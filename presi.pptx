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2" r:id="rId3"/>
    <p:sldId id="257" r:id="rId4"/>
    <p:sldId id="258" r:id="rId5"/>
    <p:sldId id="259" r:id="rId6"/>
    <p:sldId id="265" r:id="rId7"/>
    <p:sldId id="266" r:id="rId8"/>
    <p:sldId id="263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BD329D-C5F5-4D73-8DC6-D154C8352779}" v="36" dt="2025-02-26T10:58:59.6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0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eh, Leon" userId="5e29f8a0-6642-4705-b146-4ac8b4c9a28e" providerId="ADAL" clId="{92BD329D-C5F5-4D73-8DC6-D154C8352779}"/>
    <pc:docChg chg="undo custSel addSld delSld modSld sldOrd">
      <pc:chgData name="Reeh, Leon" userId="5e29f8a0-6642-4705-b146-4ac8b4c9a28e" providerId="ADAL" clId="{92BD329D-C5F5-4D73-8DC6-D154C8352779}" dt="2025-02-26T12:36:29.789" v="376" actId="26606"/>
      <pc:docMkLst>
        <pc:docMk/>
      </pc:docMkLst>
      <pc:sldChg chg="addSp delSp modSp new mod setBg modClrScheme chgLayout">
        <pc:chgData name="Reeh, Leon" userId="5e29f8a0-6642-4705-b146-4ac8b4c9a28e" providerId="ADAL" clId="{92BD329D-C5F5-4D73-8DC6-D154C8352779}" dt="2025-02-26T07:31:30.429" v="69" actId="26606"/>
        <pc:sldMkLst>
          <pc:docMk/>
          <pc:sldMk cId="1747115996" sldId="256"/>
        </pc:sldMkLst>
        <pc:spChg chg="del mod ord">
          <ac:chgData name="Reeh, Leon" userId="5e29f8a0-6642-4705-b146-4ac8b4c9a28e" providerId="ADAL" clId="{92BD329D-C5F5-4D73-8DC6-D154C8352779}" dt="2025-02-26T07:07:13.242" v="1" actId="700"/>
          <ac:spMkLst>
            <pc:docMk/>
            <pc:sldMk cId="1747115996" sldId="256"/>
            <ac:spMk id="2" creationId="{926261A9-7466-DDBF-D6BF-F1D0A678FB68}"/>
          </ac:spMkLst>
        </pc:spChg>
        <pc:spChg chg="del mod ord">
          <ac:chgData name="Reeh, Leon" userId="5e29f8a0-6642-4705-b146-4ac8b4c9a28e" providerId="ADAL" clId="{92BD329D-C5F5-4D73-8DC6-D154C8352779}" dt="2025-02-26T07:07:13.242" v="1" actId="700"/>
          <ac:spMkLst>
            <pc:docMk/>
            <pc:sldMk cId="1747115996" sldId="256"/>
            <ac:spMk id="3" creationId="{3B4A80F6-3E70-4188-CD7E-A1FAB424A7F6}"/>
          </ac:spMkLst>
        </pc:spChg>
        <pc:spChg chg="add mod ord">
          <ac:chgData name="Reeh, Leon" userId="5e29f8a0-6642-4705-b146-4ac8b4c9a28e" providerId="ADAL" clId="{92BD329D-C5F5-4D73-8DC6-D154C8352779}" dt="2025-02-26T07:31:30.429" v="69" actId="26606"/>
          <ac:spMkLst>
            <pc:docMk/>
            <pc:sldMk cId="1747115996" sldId="256"/>
            <ac:spMk id="4" creationId="{8D61CCD2-B626-3044-6477-4142F9BDD396}"/>
          </ac:spMkLst>
        </pc:spChg>
        <pc:spChg chg="add del mod ord">
          <ac:chgData name="Reeh, Leon" userId="5e29f8a0-6642-4705-b146-4ac8b4c9a28e" providerId="ADAL" clId="{92BD329D-C5F5-4D73-8DC6-D154C8352779}" dt="2025-02-26T07:08:43.487" v="46" actId="931"/>
          <ac:spMkLst>
            <pc:docMk/>
            <pc:sldMk cId="1747115996" sldId="256"/>
            <ac:spMk id="5" creationId="{19A2F23A-09D2-F9EE-51A6-C5E093ABBFD4}"/>
          </ac:spMkLst>
        </pc:spChg>
        <pc:spChg chg="mod">
          <ac:chgData name="Reeh, Leon" userId="5e29f8a0-6642-4705-b146-4ac8b4c9a28e" providerId="ADAL" clId="{92BD329D-C5F5-4D73-8DC6-D154C8352779}" dt="2025-02-26T07:31:30.429" v="69" actId="26606"/>
          <ac:spMkLst>
            <pc:docMk/>
            <pc:sldMk cId="1747115996" sldId="256"/>
            <ac:spMk id="6" creationId="{B0861F58-8FA0-9E8E-34AE-BCA2A18A1D20}"/>
          </ac:spMkLst>
        </pc:spChg>
        <pc:spChg chg="add del mod">
          <ac:chgData name="Reeh, Leon" userId="5e29f8a0-6642-4705-b146-4ac8b4c9a28e" providerId="ADAL" clId="{92BD329D-C5F5-4D73-8DC6-D154C8352779}" dt="2025-02-26T07:31:24.286" v="68" actId="26606"/>
          <ac:spMkLst>
            <pc:docMk/>
            <pc:sldMk cId="1747115996" sldId="256"/>
            <ac:spMk id="12" creationId="{16A391A9-7306-9F90-7111-24BDF4D0C9E0}"/>
          </ac:spMkLst>
        </pc:spChg>
        <pc:spChg chg="add">
          <ac:chgData name="Reeh, Leon" userId="5e29f8a0-6642-4705-b146-4ac8b4c9a28e" providerId="ADAL" clId="{92BD329D-C5F5-4D73-8DC6-D154C8352779}" dt="2025-02-26T07:31:30.429" v="69" actId="26606"/>
          <ac:spMkLst>
            <pc:docMk/>
            <pc:sldMk cId="1747115996" sldId="256"/>
            <ac:spMk id="13" creationId="{37C89E4B-3C9F-44B9-8B86-D9E3D112D8EC}"/>
          </ac:spMkLst>
        </pc:spChg>
        <pc:spChg chg="add del">
          <ac:chgData name="Reeh, Leon" userId="5e29f8a0-6642-4705-b146-4ac8b4c9a28e" providerId="ADAL" clId="{92BD329D-C5F5-4D73-8DC6-D154C8352779}" dt="2025-02-26T07:31:24.286" v="68" actId="26606"/>
          <ac:spMkLst>
            <pc:docMk/>
            <pc:sldMk cId="1747115996" sldId="256"/>
            <ac:spMk id="15" creationId="{F13C74B1-5B17-4795-BED0-7140497B445A}"/>
          </ac:spMkLst>
        </pc:spChg>
        <pc:spChg chg="add del">
          <ac:chgData name="Reeh, Leon" userId="5e29f8a0-6642-4705-b146-4ac8b4c9a28e" providerId="ADAL" clId="{92BD329D-C5F5-4D73-8DC6-D154C8352779}" dt="2025-02-26T07:31:24.286" v="68" actId="26606"/>
          <ac:spMkLst>
            <pc:docMk/>
            <pc:sldMk cId="1747115996" sldId="256"/>
            <ac:spMk id="17" creationId="{D4974D33-8DC5-464E-8C6D-BE58F0669C17}"/>
          </ac:spMkLst>
        </pc:spChg>
        <pc:spChg chg="add del">
          <ac:chgData name="Reeh, Leon" userId="5e29f8a0-6642-4705-b146-4ac8b4c9a28e" providerId="ADAL" clId="{92BD329D-C5F5-4D73-8DC6-D154C8352779}" dt="2025-02-26T07:30:52.582" v="53" actId="26606"/>
          <ac:spMkLst>
            <pc:docMk/>
            <pc:sldMk cId="1747115996" sldId="256"/>
            <ac:spMk id="22" creationId="{04812C46-200A-4DEB-A05E-3ED6C68C2387}"/>
          </ac:spMkLst>
        </pc:spChg>
        <pc:spChg chg="add del">
          <ac:chgData name="Reeh, Leon" userId="5e29f8a0-6642-4705-b146-4ac8b4c9a28e" providerId="ADAL" clId="{92BD329D-C5F5-4D73-8DC6-D154C8352779}" dt="2025-02-26T07:30:52.582" v="53" actId="26606"/>
          <ac:spMkLst>
            <pc:docMk/>
            <pc:sldMk cId="1747115996" sldId="256"/>
            <ac:spMk id="24" creationId="{D1EA859B-E555-4109-94F3-6700E046E008}"/>
          </ac:spMkLst>
        </pc:spChg>
        <pc:spChg chg="add del">
          <ac:chgData name="Reeh, Leon" userId="5e29f8a0-6642-4705-b146-4ac8b4c9a28e" providerId="ADAL" clId="{92BD329D-C5F5-4D73-8DC6-D154C8352779}" dt="2025-02-26T07:30:54.321" v="55" actId="26606"/>
          <ac:spMkLst>
            <pc:docMk/>
            <pc:sldMk cId="1747115996" sldId="256"/>
            <ac:spMk id="26" creationId="{A7B99495-F43F-4D80-A44F-2CB4764EB90B}"/>
          </ac:spMkLst>
        </pc:spChg>
        <pc:spChg chg="add del">
          <ac:chgData name="Reeh, Leon" userId="5e29f8a0-6642-4705-b146-4ac8b4c9a28e" providerId="ADAL" clId="{92BD329D-C5F5-4D73-8DC6-D154C8352779}" dt="2025-02-26T07:30:54.321" v="55" actId="26606"/>
          <ac:spMkLst>
            <pc:docMk/>
            <pc:sldMk cId="1747115996" sldId="256"/>
            <ac:spMk id="27" creationId="{4F7EBAE4-9945-4473-9E34-B2C66EA0F03D}"/>
          </ac:spMkLst>
        </pc:spChg>
        <pc:spChg chg="add del">
          <ac:chgData name="Reeh, Leon" userId="5e29f8a0-6642-4705-b146-4ac8b4c9a28e" providerId="ADAL" clId="{92BD329D-C5F5-4D73-8DC6-D154C8352779}" dt="2025-02-26T07:30:54.321" v="55" actId="26606"/>
          <ac:spMkLst>
            <pc:docMk/>
            <pc:sldMk cId="1747115996" sldId="256"/>
            <ac:spMk id="28" creationId="{70BEB1E7-2F88-40BC-B73D-42E5B6F80BFC}"/>
          </ac:spMkLst>
        </pc:spChg>
        <pc:spChg chg="add del">
          <ac:chgData name="Reeh, Leon" userId="5e29f8a0-6642-4705-b146-4ac8b4c9a28e" providerId="ADAL" clId="{92BD329D-C5F5-4D73-8DC6-D154C8352779}" dt="2025-02-26T07:30:55.656" v="57" actId="26606"/>
          <ac:spMkLst>
            <pc:docMk/>
            <pc:sldMk cId="1747115996" sldId="256"/>
            <ac:spMk id="30" creationId="{7A5F0580-5EE9-419F-96EE-B6529EF6E7D0}"/>
          </ac:spMkLst>
        </pc:spChg>
        <pc:spChg chg="add del">
          <ac:chgData name="Reeh, Leon" userId="5e29f8a0-6642-4705-b146-4ac8b4c9a28e" providerId="ADAL" clId="{92BD329D-C5F5-4D73-8DC6-D154C8352779}" dt="2025-02-26T07:30:55.656" v="57" actId="26606"/>
          <ac:spMkLst>
            <pc:docMk/>
            <pc:sldMk cId="1747115996" sldId="256"/>
            <ac:spMk id="31" creationId="{6B5E2835-4E47-45B3-9CFE-732FF7B05472}"/>
          </ac:spMkLst>
        </pc:spChg>
        <pc:spChg chg="add del">
          <ac:chgData name="Reeh, Leon" userId="5e29f8a0-6642-4705-b146-4ac8b4c9a28e" providerId="ADAL" clId="{92BD329D-C5F5-4D73-8DC6-D154C8352779}" dt="2025-02-26T07:30:55.656" v="57" actId="26606"/>
          <ac:spMkLst>
            <pc:docMk/>
            <pc:sldMk cId="1747115996" sldId="256"/>
            <ac:spMk id="32" creationId="{5B45AD5D-AA52-4F7B-9362-576A39AD9E09}"/>
          </ac:spMkLst>
        </pc:spChg>
        <pc:spChg chg="add del">
          <ac:chgData name="Reeh, Leon" userId="5e29f8a0-6642-4705-b146-4ac8b4c9a28e" providerId="ADAL" clId="{92BD329D-C5F5-4D73-8DC6-D154C8352779}" dt="2025-02-26T07:30:55.656" v="57" actId="26606"/>
          <ac:spMkLst>
            <pc:docMk/>
            <pc:sldMk cId="1747115996" sldId="256"/>
            <ac:spMk id="33" creationId="{AEDD7960-4866-4399-BEF6-DD1431AB4E34}"/>
          </ac:spMkLst>
        </pc:spChg>
        <pc:spChg chg="add del">
          <ac:chgData name="Reeh, Leon" userId="5e29f8a0-6642-4705-b146-4ac8b4c9a28e" providerId="ADAL" clId="{92BD329D-C5F5-4D73-8DC6-D154C8352779}" dt="2025-02-26T07:30:55.656" v="57" actId="26606"/>
          <ac:spMkLst>
            <pc:docMk/>
            <pc:sldMk cId="1747115996" sldId="256"/>
            <ac:spMk id="34" creationId="{55D4142C-5077-457F-A6AD-3FECFDB39685}"/>
          </ac:spMkLst>
        </pc:spChg>
        <pc:spChg chg="add del">
          <ac:chgData name="Reeh, Leon" userId="5e29f8a0-6642-4705-b146-4ac8b4c9a28e" providerId="ADAL" clId="{92BD329D-C5F5-4D73-8DC6-D154C8352779}" dt="2025-02-26T07:31:01.060" v="59" actId="26606"/>
          <ac:spMkLst>
            <pc:docMk/>
            <pc:sldMk cId="1747115996" sldId="256"/>
            <ac:spMk id="36" creationId="{04812C46-200A-4DEB-A05E-3ED6C68C2387}"/>
          </ac:spMkLst>
        </pc:spChg>
        <pc:spChg chg="add del">
          <ac:chgData name="Reeh, Leon" userId="5e29f8a0-6642-4705-b146-4ac8b4c9a28e" providerId="ADAL" clId="{92BD329D-C5F5-4D73-8DC6-D154C8352779}" dt="2025-02-26T07:31:01.060" v="59" actId="26606"/>
          <ac:spMkLst>
            <pc:docMk/>
            <pc:sldMk cId="1747115996" sldId="256"/>
            <ac:spMk id="37" creationId="{D1EA859B-E555-4109-94F3-6700E046E008}"/>
          </ac:spMkLst>
        </pc:spChg>
        <pc:spChg chg="add del">
          <ac:chgData name="Reeh, Leon" userId="5e29f8a0-6642-4705-b146-4ac8b4c9a28e" providerId="ADAL" clId="{92BD329D-C5F5-4D73-8DC6-D154C8352779}" dt="2025-02-26T07:31:03.070" v="61" actId="26606"/>
          <ac:spMkLst>
            <pc:docMk/>
            <pc:sldMk cId="1747115996" sldId="256"/>
            <ac:spMk id="39" creationId="{04812C46-200A-4DEB-A05E-3ED6C68C2387}"/>
          </ac:spMkLst>
        </pc:spChg>
        <pc:spChg chg="add del">
          <ac:chgData name="Reeh, Leon" userId="5e29f8a0-6642-4705-b146-4ac8b4c9a28e" providerId="ADAL" clId="{92BD329D-C5F5-4D73-8DC6-D154C8352779}" dt="2025-02-26T07:31:03.070" v="61" actId="26606"/>
          <ac:spMkLst>
            <pc:docMk/>
            <pc:sldMk cId="1747115996" sldId="256"/>
            <ac:spMk id="40" creationId="{D1EA859B-E555-4109-94F3-6700E046E008}"/>
          </ac:spMkLst>
        </pc:spChg>
        <pc:spChg chg="add del">
          <ac:chgData name="Reeh, Leon" userId="5e29f8a0-6642-4705-b146-4ac8b4c9a28e" providerId="ADAL" clId="{92BD329D-C5F5-4D73-8DC6-D154C8352779}" dt="2025-02-26T07:31:23.495" v="67" actId="26606"/>
          <ac:spMkLst>
            <pc:docMk/>
            <pc:sldMk cId="1747115996" sldId="256"/>
            <ac:spMk id="42" creationId="{04812C46-200A-4DEB-A05E-3ED6C68C2387}"/>
          </ac:spMkLst>
        </pc:spChg>
        <pc:spChg chg="add del">
          <ac:chgData name="Reeh, Leon" userId="5e29f8a0-6642-4705-b146-4ac8b4c9a28e" providerId="ADAL" clId="{92BD329D-C5F5-4D73-8DC6-D154C8352779}" dt="2025-02-26T07:31:23.495" v="67" actId="26606"/>
          <ac:spMkLst>
            <pc:docMk/>
            <pc:sldMk cId="1747115996" sldId="256"/>
            <ac:spMk id="43" creationId="{D1EA859B-E555-4109-94F3-6700E046E008}"/>
          </ac:spMkLst>
        </pc:spChg>
        <pc:picChg chg="add mod ord">
          <ac:chgData name="Reeh, Leon" userId="5e29f8a0-6642-4705-b146-4ac8b4c9a28e" providerId="ADAL" clId="{92BD329D-C5F5-4D73-8DC6-D154C8352779}" dt="2025-02-26T07:31:30.429" v="69" actId="26606"/>
          <ac:picMkLst>
            <pc:docMk/>
            <pc:sldMk cId="1747115996" sldId="256"/>
            <ac:picMk id="8" creationId="{4FD589E4-F529-56BD-E0B5-C1EFEFAA7EA7}"/>
          </ac:picMkLst>
        </pc:picChg>
        <pc:cxnChg chg="add">
          <ac:chgData name="Reeh, Leon" userId="5e29f8a0-6642-4705-b146-4ac8b4c9a28e" providerId="ADAL" clId="{92BD329D-C5F5-4D73-8DC6-D154C8352779}" dt="2025-02-26T07:31:30.429" v="69" actId="26606"/>
          <ac:cxnSpMkLst>
            <pc:docMk/>
            <pc:sldMk cId="1747115996" sldId="256"/>
            <ac:cxnSpMk id="10" creationId="{AA2EAA10-076F-46BD-8F0F-B9A2FB77A85C}"/>
          </ac:cxnSpMkLst>
        </pc:cxnChg>
        <pc:cxnChg chg="add">
          <ac:chgData name="Reeh, Leon" userId="5e29f8a0-6642-4705-b146-4ac8b4c9a28e" providerId="ADAL" clId="{92BD329D-C5F5-4D73-8DC6-D154C8352779}" dt="2025-02-26T07:31:30.429" v="69" actId="26606"/>
          <ac:cxnSpMkLst>
            <pc:docMk/>
            <pc:sldMk cId="1747115996" sldId="256"/>
            <ac:cxnSpMk id="11" creationId="{D891E407-403B-4764-86C9-33A56D3BCAA3}"/>
          </ac:cxnSpMkLst>
        </pc:cxnChg>
      </pc:sldChg>
      <pc:sldChg chg="addSp delSp modSp new mod setBg modClrScheme modAnim chgLayout">
        <pc:chgData name="Reeh, Leon" userId="5e29f8a0-6642-4705-b146-4ac8b4c9a28e" providerId="ADAL" clId="{92BD329D-C5F5-4D73-8DC6-D154C8352779}" dt="2025-02-26T10:57:59.033" v="328"/>
        <pc:sldMkLst>
          <pc:docMk/>
          <pc:sldMk cId="1297461473" sldId="257"/>
        </pc:sldMkLst>
        <pc:spChg chg="del mod ord">
          <ac:chgData name="Reeh, Leon" userId="5e29f8a0-6642-4705-b146-4ac8b4c9a28e" providerId="ADAL" clId="{92BD329D-C5F5-4D73-8DC6-D154C8352779}" dt="2025-02-26T07:32:14.923" v="71" actId="700"/>
          <ac:spMkLst>
            <pc:docMk/>
            <pc:sldMk cId="1297461473" sldId="257"/>
            <ac:spMk id="2" creationId="{50C777DC-6583-A792-A8A2-5F65368800F6}"/>
          </ac:spMkLst>
        </pc:spChg>
        <pc:spChg chg="del mod ord">
          <ac:chgData name="Reeh, Leon" userId="5e29f8a0-6642-4705-b146-4ac8b4c9a28e" providerId="ADAL" clId="{92BD329D-C5F5-4D73-8DC6-D154C8352779}" dt="2025-02-26T07:32:14.923" v="71" actId="700"/>
          <ac:spMkLst>
            <pc:docMk/>
            <pc:sldMk cId="1297461473" sldId="257"/>
            <ac:spMk id="3" creationId="{986F926F-09CA-765E-8448-52C6DA714D5D}"/>
          </ac:spMkLst>
        </pc:spChg>
        <pc:spChg chg="mod ord">
          <ac:chgData name="Reeh, Leon" userId="5e29f8a0-6642-4705-b146-4ac8b4c9a28e" providerId="ADAL" clId="{92BD329D-C5F5-4D73-8DC6-D154C8352779}" dt="2025-02-26T10:54:34.706" v="297" actId="26606"/>
          <ac:spMkLst>
            <pc:docMk/>
            <pc:sldMk cId="1297461473" sldId="257"/>
            <ac:spMk id="4" creationId="{4B46AD82-90E1-D33A-B503-52E5174CD488}"/>
          </ac:spMkLst>
        </pc:spChg>
        <pc:spChg chg="add del mod ord">
          <ac:chgData name="Reeh, Leon" userId="5e29f8a0-6642-4705-b146-4ac8b4c9a28e" providerId="ADAL" clId="{92BD329D-C5F5-4D73-8DC6-D154C8352779}" dt="2025-02-26T07:32:33.204" v="76" actId="700"/>
          <ac:spMkLst>
            <pc:docMk/>
            <pc:sldMk cId="1297461473" sldId="257"/>
            <ac:spMk id="5" creationId="{45CB106E-30EA-126E-AE6C-B27148EDA5E0}"/>
          </ac:spMkLst>
        </pc:spChg>
        <pc:spChg chg="add del mod ord">
          <ac:chgData name="Reeh, Leon" userId="5e29f8a0-6642-4705-b146-4ac8b4c9a28e" providerId="ADAL" clId="{92BD329D-C5F5-4D73-8DC6-D154C8352779}" dt="2025-02-26T07:32:33.204" v="76" actId="700"/>
          <ac:spMkLst>
            <pc:docMk/>
            <pc:sldMk cId="1297461473" sldId="257"/>
            <ac:spMk id="6" creationId="{602E118B-4ADE-6F5D-AA0C-AC671C9D66AB}"/>
          </ac:spMkLst>
        </pc:spChg>
        <pc:spChg chg="add del mod ord">
          <ac:chgData name="Reeh, Leon" userId="5e29f8a0-6642-4705-b146-4ac8b4c9a28e" providerId="ADAL" clId="{92BD329D-C5F5-4D73-8DC6-D154C8352779}" dt="2025-02-26T07:32:33.204" v="76" actId="700"/>
          <ac:spMkLst>
            <pc:docMk/>
            <pc:sldMk cId="1297461473" sldId="257"/>
            <ac:spMk id="7" creationId="{0623CBED-A8D3-BB47-2E80-9BA0BE9149BA}"/>
          </ac:spMkLst>
        </pc:spChg>
        <pc:spChg chg="add mod ord">
          <ac:chgData name="Reeh, Leon" userId="5e29f8a0-6642-4705-b146-4ac8b4c9a28e" providerId="ADAL" clId="{92BD329D-C5F5-4D73-8DC6-D154C8352779}" dt="2025-02-26T10:54:51.530" v="300" actId="20577"/>
          <ac:spMkLst>
            <pc:docMk/>
            <pc:sldMk cId="1297461473" sldId="257"/>
            <ac:spMk id="8" creationId="{92F3A051-1BB2-F798-591F-94DC2BE9F36F}"/>
          </ac:spMkLst>
        </pc:spChg>
        <pc:spChg chg="add del mod ord">
          <ac:chgData name="Reeh, Leon" userId="5e29f8a0-6642-4705-b146-4ac8b4c9a28e" providerId="ADAL" clId="{92BD329D-C5F5-4D73-8DC6-D154C8352779}" dt="2025-02-26T07:34:33.005" v="131" actId="26606"/>
          <ac:spMkLst>
            <pc:docMk/>
            <pc:sldMk cId="1297461473" sldId="257"/>
            <ac:spMk id="9" creationId="{33A3DFEF-10F8-3EEC-9375-6CF4F58A0880}"/>
          </ac:spMkLst>
        </pc:spChg>
        <pc:spChg chg="add del mod ord">
          <ac:chgData name="Reeh, Leon" userId="5e29f8a0-6642-4705-b146-4ac8b4c9a28e" providerId="ADAL" clId="{92BD329D-C5F5-4D73-8DC6-D154C8352779}" dt="2025-02-26T07:34:13.483" v="128" actId="931"/>
          <ac:spMkLst>
            <pc:docMk/>
            <pc:sldMk cId="1297461473" sldId="257"/>
            <ac:spMk id="10" creationId="{4EC8E962-B069-D4C3-EF4A-3237468F7ED4}"/>
          </ac:spMkLst>
        </pc:spChg>
        <pc:spChg chg="add del">
          <ac:chgData name="Reeh, Leon" userId="5e29f8a0-6642-4705-b146-4ac8b4c9a28e" providerId="ADAL" clId="{92BD329D-C5F5-4D73-8DC6-D154C8352779}" dt="2025-02-26T10:54:34.691" v="296" actId="26606"/>
          <ac:spMkLst>
            <pc:docMk/>
            <pc:sldMk cId="1297461473" sldId="257"/>
            <ac:spMk id="19" creationId="{B50AB553-2A96-4A92-96F2-93548E096954}"/>
          </ac:spMkLst>
        </pc:spChg>
        <pc:spChg chg="add">
          <ac:chgData name="Reeh, Leon" userId="5e29f8a0-6642-4705-b146-4ac8b4c9a28e" providerId="ADAL" clId="{92BD329D-C5F5-4D73-8DC6-D154C8352779}" dt="2025-02-26T10:54:34.706" v="297" actId="26606"/>
          <ac:spMkLst>
            <pc:docMk/>
            <pc:sldMk cId="1297461473" sldId="257"/>
            <ac:spMk id="21" creationId="{B50AB553-2A96-4A92-96F2-93548E096954}"/>
          </ac:spMkLst>
        </pc:spChg>
        <pc:graphicFrameChg chg="add mod ord modGraphic">
          <ac:chgData name="Reeh, Leon" userId="5e29f8a0-6642-4705-b146-4ac8b4c9a28e" providerId="ADAL" clId="{92BD329D-C5F5-4D73-8DC6-D154C8352779}" dt="2025-02-26T10:54:34.706" v="297" actId="26606"/>
          <ac:graphicFrameMkLst>
            <pc:docMk/>
            <pc:sldMk cId="1297461473" sldId="257"/>
            <ac:graphicFrameMk id="14" creationId="{FBD29FEC-1DD7-7AA3-682B-CE4D38CCD6B9}"/>
          </ac:graphicFrameMkLst>
        </pc:graphicFrameChg>
        <pc:picChg chg="add mod">
          <ac:chgData name="Reeh, Leon" userId="5e29f8a0-6642-4705-b146-4ac8b4c9a28e" providerId="ADAL" clId="{92BD329D-C5F5-4D73-8DC6-D154C8352779}" dt="2025-02-26T10:54:34.706" v="297" actId="26606"/>
          <ac:picMkLst>
            <pc:docMk/>
            <pc:sldMk cId="1297461473" sldId="257"/>
            <ac:picMk id="12" creationId="{DFBDC0C4-09D0-263D-403C-2241BB4C5566}"/>
          </ac:picMkLst>
        </pc:picChg>
      </pc:sldChg>
      <pc:sldChg chg="addSp delSp modSp new mod setBg modClrScheme chgLayout">
        <pc:chgData name="Reeh, Leon" userId="5e29f8a0-6642-4705-b146-4ac8b4c9a28e" providerId="ADAL" clId="{92BD329D-C5F5-4D73-8DC6-D154C8352779}" dt="2025-02-26T10:55:50.631" v="313" actId="26606"/>
        <pc:sldMkLst>
          <pc:docMk/>
          <pc:sldMk cId="3618540315" sldId="258"/>
        </pc:sldMkLst>
        <pc:spChg chg="mod ord">
          <ac:chgData name="Reeh, Leon" userId="5e29f8a0-6642-4705-b146-4ac8b4c9a28e" providerId="ADAL" clId="{92BD329D-C5F5-4D73-8DC6-D154C8352779}" dt="2025-02-26T10:55:50.631" v="313" actId="26606"/>
          <ac:spMkLst>
            <pc:docMk/>
            <pc:sldMk cId="3618540315" sldId="258"/>
            <ac:spMk id="2" creationId="{69399BBC-8D33-F675-EF1B-736CD648C898}"/>
          </ac:spMkLst>
        </pc:spChg>
        <pc:spChg chg="del mod ord">
          <ac:chgData name="Reeh, Leon" userId="5e29f8a0-6642-4705-b146-4ac8b4c9a28e" providerId="ADAL" clId="{92BD329D-C5F5-4D73-8DC6-D154C8352779}" dt="2025-02-26T10:23:31.903" v="201" actId="700"/>
          <ac:spMkLst>
            <pc:docMk/>
            <pc:sldMk cId="3618540315" sldId="258"/>
            <ac:spMk id="3" creationId="{2970E318-D419-CC9C-F77B-77E351164507}"/>
          </ac:spMkLst>
        </pc:spChg>
        <pc:spChg chg="del">
          <ac:chgData name="Reeh, Leon" userId="5e29f8a0-6642-4705-b146-4ac8b4c9a28e" providerId="ADAL" clId="{92BD329D-C5F5-4D73-8DC6-D154C8352779}" dt="2025-02-26T10:23:31.903" v="201" actId="700"/>
          <ac:spMkLst>
            <pc:docMk/>
            <pc:sldMk cId="3618540315" sldId="258"/>
            <ac:spMk id="4" creationId="{0705822C-DBE6-A2F7-07C5-4E66B50C885D}"/>
          </ac:spMkLst>
        </pc:spChg>
        <pc:spChg chg="mod ord">
          <ac:chgData name="Reeh, Leon" userId="5e29f8a0-6642-4705-b146-4ac8b4c9a28e" providerId="ADAL" clId="{92BD329D-C5F5-4D73-8DC6-D154C8352779}" dt="2025-02-26T10:55:50.631" v="313" actId="26606"/>
          <ac:spMkLst>
            <pc:docMk/>
            <pc:sldMk cId="3618540315" sldId="258"/>
            <ac:spMk id="5" creationId="{4EB7C51B-7B66-A89C-AE68-32FF66AA371B}"/>
          </ac:spMkLst>
        </pc:spChg>
        <pc:spChg chg="add mod ord">
          <ac:chgData name="Reeh, Leon" userId="5e29f8a0-6642-4705-b146-4ac8b4c9a28e" providerId="ADAL" clId="{92BD329D-C5F5-4D73-8DC6-D154C8352779}" dt="2025-02-26T10:55:50.631" v="313" actId="26606"/>
          <ac:spMkLst>
            <pc:docMk/>
            <pc:sldMk cId="3618540315" sldId="258"/>
            <ac:spMk id="6" creationId="{EAC9E124-3C8F-75CA-3953-828CA5FDBBC7}"/>
          </ac:spMkLst>
        </pc:spChg>
        <pc:spChg chg="add del">
          <ac:chgData name="Reeh, Leon" userId="5e29f8a0-6642-4705-b146-4ac8b4c9a28e" providerId="ADAL" clId="{92BD329D-C5F5-4D73-8DC6-D154C8352779}" dt="2025-02-26T10:55:40.756" v="310" actId="26606"/>
          <ac:spMkLst>
            <pc:docMk/>
            <pc:sldMk cId="3618540315" sldId="258"/>
            <ac:spMk id="8" creationId="{A4E37431-20F0-4DD6-84A9-ED2B644943A2}"/>
          </ac:spMkLst>
        </pc:spChg>
        <pc:spChg chg="add del">
          <ac:chgData name="Reeh, Leon" userId="5e29f8a0-6642-4705-b146-4ac8b4c9a28e" providerId="ADAL" clId="{92BD329D-C5F5-4D73-8DC6-D154C8352779}" dt="2025-02-26T10:55:40.756" v="310" actId="26606"/>
          <ac:spMkLst>
            <pc:docMk/>
            <pc:sldMk cId="3618540315" sldId="258"/>
            <ac:spMk id="9" creationId="{0AE98B72-66C6-4AB4-AF0D-BA830DE86393}"/>
          </ac:spMkLst>
        </pc:spChg>
        <pc:spChg chg="add del">
          <ac:chgData name="Reeh, Leon" userId="5e29f8a0-6642-4705-b146-4ac8b4c9a28e" providerId="ADAL" clId="{92BD329D-C5F5-4D73-8DC6-D154C8352779}" dt="2025-02-26T10:55:40.756" v="310" actId="26606"/>
          <ac:spMkLst>
            <pc:docMk/>
            <pc:sldMk cId="3618540315" sldId="258"/>
            <ac:spMk id="10" creationId="{407EAFC6-733F-403D-BB4D-05A3A28742F1}"/>
          </ac:spMkLst>
        </pc:spChg>
        <pc:spChg chg="add del">
          <ac:chgData name="Reeh, Leon" userId="5e29f8a0-6642-4705-b146-4ac8b4c9a28e" providerId="ADAL" clId="{92BD329D-C5F5-4D73-8DC6-D154C8352779}" dt="2025-02-26T10:55:17.164" v="304" actId="26606"/>
          <ac:spMkLst>
            <pc:docMk/>
            <pc:sldMk cId="3618540315" sldId="258"/>
            <ac:spMk id="11" creationId="{9B7AD9F6-8CE7-4299-8FC6-328F4DCD3FF9}"/>
          </ac:spMkLst>
        </pc:spChg>
        <pc:spChg chg="add del">
          <ac:chgData name="Reeh, Leon" userId="5e29f8a0-6642-4705-b146-4ac8b4c9a28e" providerId="ADAL" clId="{92BD329D-C5F5-4D73-8DC6-D154C8352779}" dt="2025-02-26T10:55:17.164" v="304" actId="26606"/>
          <ac:spMkLst>
            <pc:docMk/>
            <pc:sldMk cId="3618540315" sldId="258"/>
            <ac:spMk id="13" creationId="{F49775AF-8896-43EE-92C6-83497D6DC56F}"/>
          </ac:spMkLst>
        </pc:spChg>
        <pc:spChg chg="add del">
          <ac:chgData name="Reeh, Leon" userId="5e29f8a0-6642-4705-b146-4ac8b4c9a28e" providerId="ADAL" clId="{92BD329D-C5F5-4D73-8DC6-D154C8352779}" dt="2025-02-26T10:55:30.236" v="306" actId="26606"/>
          <ac:spMkLst>
            <pc:docMk/>
            <pc:sldMk cId="3618540315" sldId="258"/>
            <ac:spMk id="15" creationId="{0E91F5CA-B392-444C-88E3-BF5BAAEBDEB0}"/>
          </ac:spMkLst>
        </pc:spChg>
        <pc:spChg chg="add del">
          <ac:chgData name="Reeh, Leon" userId="5e29f8a0-6642-4705-b146-4ac8b4c9a28e" providerId="ADAL" clId="{92BD329D-C5F5-4D73-8DC6-D154C8352779}" dt="2025-02-26T10:55:30.236" v="306" actId="26606"/>
          <ac:spMkLst>
            <pc:docMk/>
            <pc:sldMk cId="3618540315" sldId="258"/>
            <ac:spMk id="16" creationId="{0459807F-B6FA-44D3-9A53-C55B6B56884A}"/>
          </ac:spMkLst>
        </pc:spChg>
        <pc:spChg chg="add del">
          <ac:chgData name="Reeh, Leon" userId="5e29f8a0-6642-4705-b146-4ac8b4c9a28e" providerId="ADAL" clId="{92BD329D-C5F5-4D73-8DC6-D154C8352779}" dt="2025-02-26T10:55:40.756" v="310" actId="26606"/>
          <ac:spMkLst>
            <pc:docMk/>
            <pc:sldMk cId="3618540315" sldId="258"/>
            <ac:spMk id="17" creationId="{17A36730-4CB0-4F61-AD11-A44C9765833F}"/>
          </ac:spMkLst>
        </pc:spChg>
        <pc:spChg chg="add del">
          <ac:chgData name="Reeh, Leon" userId="5e29f8a0-6642-4705-b146-4ac8b4c9a28e" providerId="ADAL" clId="{92BD329D-C5F5-4D73-8DC6-D154C8352779}" dt="2025-02-26T10:55:40.756" v="310" actId="26606"/>
          <ac:spMkLst>
            <pc:docMk/>
            <pc:sldMk cId="3618540315" sldId="258"/>
            <ac:spMk id="19" creationId="{C69C79E1-F916-4929-A4F3-DE763D4BFA57}"/>
          </ac:spMkLst>
        </pc:spChg>
        <pc:spChg chg="add del">
          <ac:chgData name="Reeh, Leon" userId="5e29f8a0-6642-4705-b146-4ac8b4c9a28e" providerId="ADAL" clId="{92BD329D-C5F5-4D73-8DC6-D154C8352779}" dt="2025-02-26T10:55:40.756" v="310" actId="26606"/>
          <ac:spMkLst>
            <pc:docMk/>
            <pc:sldMk cId="3618540315" sldId="258"/>
            <ac:spMk id="21" creationId="{767334AB-16BD-4EC7-8C6B-4B5171600933}"/>
          </ac:spMkLst>
        </pc:spChg>
        <pc:spChg chg="add">
          <ac:chgData name="Reeh, Leon" userId="5e29f8a0-6642-4705-b146-4ac8b4c9a28e" providerId="ADAL" clId="{92BD329D-C5F5-4D73-8DC6-D154C8352779}" dt="2025-02-26T10:55:50.631" v="313" actId="26606"/>
          <ac:spMkLst>
            <pc:docMk/>
            <pc:sldMk cId="3618540315" sldId="258"/>
            <ac:spMk id="26" creationId="{0288C6B4-AFC3-407F-A595-EFFD38D4CCAF}"/>
          </ac:spMkLst>
        </pc:spChg>
        <pc:spChg chg="add">
          <ac:chgData name="Reeh, Leon" userId="5e29f8a0-6642-4705-b146-4ac8b4c9a28e" providerId="ADAL" clId="{92BD329D-C5F5-4D73-8DC6-D154C8352779}" dt="2025-02-26T10:55:50.631" v="313" actId="26606"/>
          <ac:spMkLst>
            <pc:docMk/>
            <pc:sldMk cId="3618540315" sldId="258"/>
            <ac:spMk id="27" creationId="{CF236821-17FE-429B-8D2C-08E13A64EA40}"/>
          </ac:spMkLst>
        </pc:spChg>
        <pc:spChg chg="add">
          <ac:chgData name="Reeh, Leon" userId="5e29f8a0-6642-4705-b146-4ac8b4c9a28e" providerId="ADAL" clId="{92BD329D-C5F5-4D73-8DC6-D154C8352779}" dt="2025-02-26T10:55:50.631" v="313" actId="26606"/>
          <ac:spMkLst>
            <pc:docMk/>
            <pc:sldMk cId="3618540315" sldId="258"/>
            <ac:spMk id="28" creationId="{C0BDBCD2-E081-43AB-9119-C55465E59757}"/>
          </ac:spMkLst>
        </pc:spChg>
        <pc:spChg chg="add">
          <ac:chgData name="Reeh, Leon" userId="5e29f8a0-6642-4705-b146-4ac8b4c9a28e" providerId="ADAL" clId="{92BD329D-C5F5-4D73-8DC6-D154C8352779}" dt="2025-02-26T10:55:50.631" v="313" actId="26606"/>
          <ac:spMkLst>
            <pc:docMk/>
            <pc:sldMk cId="3618540315" sldId="258"/>
            <ac:spMk id="29" creationId="{98E79BE4-34FE-485A-98A5-92CE8F7C4743}"/>
          </ac:spMkLst>
        </pc:spChg>
        <pc:spChg chg="add">
          <ac:chgData name="Reeh, Leon" userId="5e29f8a0-6642-4705-b146-4ac8b4c9a28e" providerId="ADAL" clId="{92BD329D-C5F5-4D73-8DC6-D154C8352779}" dt="2025-02-26T10:55:50.631" v="313" actId="26606"/>
          <ac:spMkLst>
            <pc:docMk/>
            <pc:sldMk cId="3618540315" sldId="258"/>
            <ac:spMk id="30" creationId="{7A5F0580-5EE9-419F-96EE-B6529EF6E7D0}"/>
          </ac:spMkLst>
        </pc:spChg>
        <pc:grpChg chg="add del">
          <ac:chgData name="Reeh, Leon" userId="5e29f8a0-6642-4705-b146-4ac8b4c9a28e" providerId="ADAL" clId="{92BD329D-C5F5-4D73-8DC6-D154C8352779}" dt="2025-02-26T10:55:50.609" v="312" actId="26606"/>
          <ac:grpSpMkLst>
            <pc:docMk/>
            <pc:sldMk cId="3618540315" sldId="258"/>
            <ac:grpSpMk id="23" creationId="{6258F736-B256-8039-9DC6-F4E49A5C5AD5}"/>
          </ac:grpSpMkLst>
        </pc:grpChg>
        <pc:picChg chg="add mod">
          <ac:chgData name="Reeh, Leon" userId="5e29f8a0-6642-4705-b146-4ac8b4c9a28e" providerId="ADAL" clId="{92BD329D-C5F5-4D73-8DC6-D154C8352779}" dt="2025-02-26T10:55:50.631" v="313" actId="26606"/>
          <ac:picMkLst>
            <pc:docMk/>
            <pc:sldMk cId="3618540315" sldId="258"/>
            <ac:picMk id="4" creationId="{49863CC2-687A-0932-5F13-00A3C1993A20}"/>
          </ac:picMkLst>
        </pc:picChg>
      </pc:sldChg>
      <pc:sldChg chg="addSp delSp modSp new mod setBg modAnim">
        <pc:chgData name="Reeh, Leon" userId="5e29f8a0-6642-4705-b146-4ac8b4c9a28e" providerId="ADAL" clId="{92BD329D-C5F5-4D73-8DC6-D154C8352779}" dt="2025-02-26T10:58:59.688" v="335"/>
        <pc:sldMkLst>
          <pc:docMk/>
          <pc:sldMk cId="757723418" sldId="259"/>
        </pc:sldMkLst>
        <pc:spChg chg="mod">
          <ac:chgData name="Reeh, Leon" userId="5e29f8a0-6642-4705-b146-4ac8b4c9a28e" providerId="ADAL" clId="{92BD329D-C5F5-4D73-8DC6-D154C8352779}" dt="2025-02-26T10:34:32.733" v="219" actId="26606"/>
          <ac:spMkLst>
            <pc:docMk/>
            <pc:sldMk cId="757723418" sldId="259"/>
            <ac:spMk id="2" creationId="{BFB15D78-8E73-D037-B10E-CA4BA6DFE03E}"/>
          </ac:spMkLst>
        </pc:spChg>
        <pc:spChg chg="del">
          <ac:chgData name="Reeh, Leon" userId="5e29f8a0-6642-4705-b146-4ac8b4c9a28e" providerId="ADAL" clId="{92BD329D-C5F5-4D73-8DC6-D154C8352779}" dt="2025-02-26T10:32:34.876" v="205" actId="931"/>
          <ac:spMkLst>
            <pc:docMk/>
            <pc:sldMk cId="757723418" sldId="259"/>
            <ac:spMk id="3" creationId="{CFE464E0-CDA9-54A0-F32F-8859145A1B95}"/>
          </ac:spMkLst>
        </pc:spChg>
        <pc:spChg chg="del">
          <ac:chgData name="Reeh, Leon" userId="5e29f8a0-6642-4705-b146-4ac8b4c9a28e" providerId="ADAL" clId="{92BD329D-C5F5-4D73-8DC6-D154C8352779}" dt="2025-02-26T10:24:20.905" v="203" actId="931"/>
          <ac:spMkLst>
            <pc:docMk/>
            <pc:sldMk cId="757723418" sldId="259"/>
            <ac:spMk id="4" creationId="{DBEC4F40-0ABF-D989-D029-F7E479397FFF}"/>
          </ac:spMkLst>
        </pc:spChg>
        <pc:spChg chg="mod ord">
          <ac:chgData name="Reeh, Leon" userId="5e29f8a0-6642-4705-b146-4ac8b4c9a28e" providerId="ADAL" clId="{92BD329D-C5F5-4D73-8DC6-D154C8352779}" dt="2025-02-26T10:34:32.733" v="219" actId="26606"/>
          <ac:spMkLst>
            <pc:docMk/>
            <pc:sldMk cId="757723418" sldId="259"/>
            <ac:spMk id="5" creationId="{21B67331-ED03-7066-DADA-72BC23D0BA45}"/>
          </ac:spMkLst>
        </pc:spChg>
        <pc:spChg chg="add mod">
          <ac:chgData name="Reeh, Leon" userId="5e29f8a0-6642-4705-b146-4ac8b4c9a28e" providerId="ADAL" clId="{92BD329D-C5F5-4D73-8DC6-D154C8352779}" dt="2025-02-26T10:35:09.906" v="233" actId="1076"/>
          <ac:spMkLst>
            <pc:docMk/>
            <pc:sldMk cId="757723418" sldId="259"/>
            <ac:spMk id="10" creationId="{BCA1BA30-22CB-E855-C7CD-A7C8DB9FC4B5}"/>
          </ac:spMkLst>
        </pc:spChg>
        <pc:spChg chg="add del">
          <ac:chgData name="Reeh, Leon" userId="5e29f8a0-6642-4705-b146-4ac8b4c9a28e" providerId="ADAL" clId="{92BD329D-C5F5-4D73-8DC6-D154C8352779}" dt="2025-02-26T10:33:17.543" v="213" actId="26606"/>
          <ac:spMkLst>
            <pc:docMk/>
            <pc:sldMk cId="757723418" sldId="259"/>
            <ac:spMk id="11" creationId="{96646FC9-C66D-4EC7-8310-0DD4ACC49C6C}"/>
          </ac:spMkLst>
        </pc:spChg>
        <pc:spChg chg="add mod">
          <ac:chgData name="Reeh, Leon" userId="5e29f8a0-6642-4705-b146-4ac8b4c9a28e" providerId="ADAL" clId="{92BD329D-C5F5-4D73-8DC6-D154C8352779}" dt="2025-02-26T10:35:35.564" v="254" actId="1076"/>
          <ac:spMkLst>
            <pc:docMk/>
            <pc:sldMk cId="757723418" sldId="259"/>
            <ac:spMk id="12" creationId="{18D6CD79-2DAA-429C-BC76-5C471F8B8CDE}"/>
          </ac:spMkLst>
        </pc:spChg>
        <pc:spChg chg="add mod">
          <ac:chgData name="Reeh, Leon" userId="5e29f8a0-6642-4705-b146-4ac8b4c9a28e" providerId="ADAL" clId="{92BD329D-C5F5-4D73-8DC6-D154C8352779}" dt="2025-02-26T10:35:51.742" v="256" actId="1076"/>
          <ac:spMkLst>
            <pc:docMk/>
            <pc:sldMk cId="757723418" sldId="259"/>
            <ac:spMk id="13" creationId="{9D99B625-5C65-F458-9F3C-2C0F2F886AB5}"/>
          </ac:spMkLst>
        </pc:spChg>
        <pc:spChg chg="add del">
          <ac:chgData name="Reeh, Leon" userId="5e29f8a0-6642-4705-b146-4ac8b4c9a28e" providerId="ADAL" clId="{92BD329D-C5F5-4D73-8DC6-D154C8352779}" dt="2025-02-26T10:33:02.656" v="211" actId="26606"/>
          <ac:spMkLst>
            <pc:docMk/>
            <pc:sldMk cId="757723418" sldId="259"/>
            <ac:spMk id="14" creationId="{D8E63E8E-3346-45E8-D7A9-CE00C2DC804F}"/>
          </ac:spMkLst>
        </pc:spChg>
        <pc:spChg chg="add del">
          <ac:chgData name="Reeh, Leon" userId="5e29f8a0-6642-4705-b146-4ac8b4c9a28e" providerId="ADAL" clId="{92BD329D-C5F5-4D73-8DC6-D154C8352779}" dt="2025-02-26T10:33:17.543" v="213" actId="26606"/>
          <ac:spMkLst>
            <pc:docMk/>
            <pc:sldMk cId="757723418" sldId="259"/>
            <ac:spMk id="16" creationId="{A3473CF9-37EB-43E7-89EF-D2D1C53D1DAC}"/>
          </ac:spMkLst>
        </pc:spChg>
        <pc:spChg chg="add del">
          <ac:chgData name="Reeh, Leon" userId="5e29f8a0-6642-4705-b146-4ac8b4c9a28e" providerId="ADAL" clId="{92BD329D-C5F5-4D73-8DC6-D154C8352779}" dt="2025-02-26T10:33:17.543" v="213" actId="26606"/>
          <ac:spMkLst>
            <pc:docMk/>
            <pc:sldMk cId="757723418" sldId="259"/>
            <ac:spMk id="18" creationId="{586B4EF9-43BA-4655-A6FF-1D8E21574C95}"/>
          </ac:spMkLst>
        </pc:spChg>
        <pc:spChg chg="add del">
          <ac:chgData name="Reeh, Leon" userId="5e29f8a0-6642-4705-b146-4ac8b4c9a28e" providerId="ADAL" clId="{92BD329D-C5F5-4D73-8DC6-D154C8352779}" dt="2025-02-26T10:33:01.535" v="210" actId="26606"/>
          <ac:spMkLst>
            <pc:docMk/>
            <pc:sldMk cId="757723418" sldId="259"/>
            <ac:spMk id="19" creationId="{D8E63E8E-3346-45E8-D7A9-CE00C2DC804F}"/>
          </ac:spMkLst>
        </pc:spChg>
        <pc:spChg chg="add del">
          <ac:chgData name="Reeh, Leon" userId="5e29f8a0-6642-4705-b146-4ac8b4c9a28e" providerId="ADAL" clId="{92BD329D-C5F5-4D73-8DC6-D154C8352779}" dt="2025-02-26T10:34:32.733" v="219" actId="26606"/>
          <ac:spMkLst>
            <pc:docMk/>
            <pc:sldMk cId="757723418" sldId="259"/>
            <ac:spMk id="20" creationId="{D3539FEE-81D3-4406-802E-60B20B16F4F6}"/>
          </ac:spMkLst>
        </pc:spChg>
        <pc:spChg chg="add del">
          <ac:chgData name="Reeh, Leon" userId="5e29f8a0-6642-4705-b146-4ac8b4c9a28e" providerId="ADAL" clId="{92BD329D-C5F5-4D73-8DC6-D154C8352779}" dt="2025-02-26T10:34:32.733" v="219" actId="26606"/>
          <ac:spMkLst>
            <pc:docMk/>
            <pc:sldMk cId="757723418" sldId="259"/>
            <ac:spMk id="21" creationId="{2151139A-886F-4B97-8815-729AD3831BBD}"/>
          </ac:spMkLst>
        </pc:spChg>
        <pc:spChg chg="add del">
          <ac:chgData name="Reeh, Leon" userId="5e29f8a0-6642-4705-b146-4ac8b4c9a28e" providerId="ADAL" clId="{92BD329D-C5F5-4D73-8DC6-D154C8352779}" dt="2025-02-26T10:34:32.733" v="219" actId="26606"/>
          <ac:spMkLst>
            <pc:docMk/>
            <pc:sldMk cId="757723418" sldId="259"/>
            <ac:spMk id="22" creationId="{DC701763-729E-462F-A5A8-E0DEFEB1E2E4}"/>
          </ac:spMkLst>
        </pc:spChg>
        <pc:spChg chg="add del">
          <ac:chgData name="Reeh, Leon" userId="5e29f8a0-6642-4705-b146-4ac8b4c9a28e" providerId="ADAL" clId="{92BD329D-C5F5-4D73-8DC6-D154C8352779}" dt="2025-02-26T10:34:32.733" v="219" actId="26606"/>
          <ac:spMkLst>
            <pc:docMk/>
            <pc:sldMk cId="757723418" sldId="259"/>
            <ac:spMk id="23" creationId="{AB5E08C4-8CDD-4623-A5B8-E998C6DEE3B7}"/>
          </ac:spMkLst>
        </pc:spChg>
        <pc:spChg chg="add del">
          <ac:chgData name="Reeh, Leon" userId="5e29f8a0-6642-4705-b146-4ac8b4c9a28e" providerId="ADAL" clId="{92BD329D-C5F5-4D73-8DC6-D154C8352779}" dt="2025-02-26T10:34:32.733" v="219" actId="26606"/>
          <ac:spMkLst>
            <pc:docMk/>
            <pc:sldMk cId="757723418" sldId="259"/>
            <ac:spMk id="24" creationId="{15F33878-D502-4FFA-8ACE-F2AECDB2A23F}"/>
          </ac:spMkLst>
        </pc:spChg>
        <pc:spChg chg="add del">
          <ac:chgData name="Reeh, Leon" userId="5e29f8a0-6642-4705-b146-4ac8b4c9a28e" providerId="ADAL" clId="{92BD329D-C5F5-4D73-8DC6-D154C8352779}" dt="2025-02-26T10:34:29.895" v="216" actId="26606"/>
          <ac:spMkLst>
            <pc:docMk/>
            <pc:sldMk cId="757723418" sldId="259"/>
            <ac:spMk id="29" creationId="{78BA5F19-D5E1-4ECC-BEC2-DF7AEDFD7C50}"/>
          </ac:spMkLst>
        </pc:spChg>
        <pc:spChg chg="add del">
          <ac:chgData name="Reeh, Leon" userId="5e29f8a0-6642-4705-b146-4ac8b4c9a28e" providerId="ADAL" clId="{92BD329D-C5F5-4D73-8DC6-D154C8352779}" dt="2025-02-26T10:34:29.895" v="216" actId="26606"/>
          <ac:spMkLst>
            <pc:docMk/>
            <pc:sldMk cId="757723418" sldId="259"/>
            <ac:spMk id="31" creationId="{50CC88A9-A661-4C48-866E-8734E51140B1}"/>
          </ac:spMkLst>
        </pc:spChg>
        <pc:spChg chg="add del">
          <ac:chgData name="Reeh, Leon" userId="5e29f8a0-6642-4705-b146-4ac8b4c9a28e" providerId="ADAL" clId="{92BD329D-C5F5-4D73-8DC6-D154C8352779}" dt="2025-02-26T10:34:29.895" v="216" actId="26606"/>
          <ac:spMkLst>
            <pc:docMk/>
            <pc:sldMk cId="757723418" sldId="259"/>
            <ac:spMk id="33" creationId="{CFDF195F-784B-4D00-8C92-6FC1B0499EA1}"/>
          </ac:spMkLst>
        </pc:spChg>
        <pc:spChg chg="add del">
          <ac:chgData name="Reeh, Leon" userId="5e29f8a0-6642-4705-b146-4ac8b4c9a28e" providerId="ADAL" clId="{92BD329D-C5F5-4D73-8DC6-D154C8352779}" dt="2025-02-26T10:34:31.993" v="218" actId="26606"/>
          <ac:spMkLst>
            <pc:docMk/>
            <pc:sldMk cId="757723418" sldId="259"/>
            <ac:spMk id="35" creationId="{F0087D53-9295-4463-AAE4-D5C626046E9F}"/>
          </ac:spMkLst>
        </pc:spChg>
        <pc:spChg chg="add del">
          <ac:chgData name="Reeh, Leon" userId="5e29f8a0-6642-4705-b146-4ac8b4c9a28e" providerId="ADAL" clId="{92BD329D-C5F5-4D73-8DC6-D154C8352779}" dt="2025-02-26T10:34:31.993" v="218" actId="26606"/>
          <ac:spMkLst>
            <pc:docMk/>
            <pc:sldMk cId="757723418" sldId="259"/>
            <ac:spMk id="36" creationId="{D6A9C53F-5F90-40A5-8C85-5412D39C8C68}"/>
          </ac:spMkLst>
        </pc:spChg>
        <pc:picChg chg="add mod ord">
          <ac:chgData name="Reeh, Leon" userId="5e29f8a0-6642-4705-b146-4ac8b4c9a28e" providerId="ADAL" clId="{92BD329D-C5F5-4D73-8DC6-D154C8352779}" dt="2025-02-26T10:34:32.733" v="219" actId="26606"/>
          <ac:picMkLst>
            <pc:docMk/>
            <pc:sldMk cId="757723418" sldId="259"/>
            <ac:picMk id="7" creationId="{43F08463-03A3-5EB8-A05B-796023AF6847}"/>
          </ac:picMkLst>
        </pc:picChg>
        <pc:picChg chg="add mod ord">
          <ac:chgData name="Reeh, Leon" userId="5e29f8a0-6642-4705-b146-4ac8b4c9a28e" providerId="ADAL" clId="{92BD329D-C5F5-4D73-8DC6-D154C8352779}" dt="2025-02-26T10:34:32.733" v="219" actId="26606"/>
          <ac:picMkLst>
            <pc:docMk/>
            <pc:sldMk cId="757723418" sldId="259"/>
            <ac:picMk id="9" creationId="{F406AF83-CAEA-0A8A-1219-A7A0E51DCB42}"/>
          </ac:picMkLst>
        </pc:picChg>
      </pc:sldChg>
      <pc:sldChg chg="modSp new del mod">
        <pc:chgData name="Reeh, Leon" userId="5e29f8a0-6642-4705-b146-4ac8b4c9a28e" providerId="ADAL" clId="{92BD329D-C5F5-4D73-8DC6-D154C8352779}" dt="2025-02-26T10:59:44.051" v="342" actId="2696"/>
        <pc:sldMkLst>
          <pc:docMk/>
          <pc:sldMk cId="3883880754" sldId="260"/>
        </pc:sldMkLst>
        <pc:spChg chg="mod">
          <ac:chgData name="Reeh, Leon" userId="5e29f8a0-6642-4705-b146-4ac8b4c9a28e" providerId="ADAL" clId="{92BD329D-C5F5-4D73-8DC6-D154C8352779}" dt="2025-02-26T10:59:31.525" v="339" actId="21"/>
          <ac:spMkLst>
            <pc:docMk/>
            <pc:sldMk cId="3883880754" sldId="260"/>
            <ac:spMk id="2" creationId="{E4F1E9FA-338F-AFCF-388D-5F8F0135AB63}"/>
          </ac:spMkLst>
        </pc:spChg>
      </pc:sldChg>
      <pc:sldChg chg="modSp new del mod">
        <pc:chgData name="Reeh, Leon" userId="5e29f8a0-6642-4705-b146-4ac8b4c9a28e" providerId="ADAL" clId="{92BD329D-C5F5-4D73-8DC6-D154C8352779}" dt="2025-02-26T10:59:53.775" v="345" actId="2696"/>
        <pc:sldMkLst>
          <pc:docMk/>
          <pc:sldMk cId="3344625700" sldId="261"/>
        </pc:sldMkLst>
        <pc:spChg chg="mod">
          <ac:chgData name="Reeh, Leon" userId="5e29f8a0-6642-4705-b146-4ac8b4c9a28e" providerId="ADAL" clId="{92BD329D-C5F5-4D73-8DC6-D154C8352779}" dt="2025-02-26T10:59:46.800" v="343" actId="21"/>
          <ac:spMkLst>
            <pc:docMk/>
            <pc:sldMk cId="3344625700" sldId="261"/>
            <ac:spMk id="2" creationId="{5BA39FF9-AC88-F51F-19C1-023576AB9524}"/>
          </ac:spMkLst>
        </pc:spChg>
      </pc:sldChg>
      <pc:sldChg chg="addSp delSp modSp new mod ord setBg modClrScheme chgLayout">
        <pc:chgData name="Reeh, Leon" userId="5e29f8a0-6642-4705-b146-4ac8b4c9a28e" providerId="ADAL" clId="{92BD329D-C5F5-4D73-8DC6-D154C8352779}" dt="2025-02-26T12:36:29.789" v="376" actId="26606"/>
        <pc:sldMkLst>
          <pc:docMk/>
          <pc:sldMk cId="3154306602" sldId="262"/>
        </pc:sldMkLst>
        <pc:spChg chg="del mod ord">
          <ac:chgData name="Reeh, Leon" userId="5e29f8a0-6642-4705-b146-4ac8b4c9a28e" providerId="ADAL" clId="{92BD329D-C5F5-4D73-8DC6-D154C8352779}" dt="2025-02-26T12:35:11.673" v="346" actId="700"/>
          <ac:spMkLst>
            <pc:docMk/>
            <pc:sldMk cId="3154306602" sldId="262"/>
            <ac:spMk id="2" creationId="{DE108B7C-4342-8BFA-0A31-AF1C4111A3A1}"/>
          </ac:spMkLst>
        </pc:spChg>
        <pc:spChg chg="del mod ord">
          <ac:chgData name="Reeh, Leon" userId="5e29f8a0-6642-4705-b146-4ac8b4c9a28e" providerId="ADAL" clId="{92BD329D-C5F5-4D73-8DC6-D154C8352779}" dt="2025-02-26T12:35:11.673" v="346" actId="700"/>
          <ac:spMkLst>
            <pc:docMk/>
            <pc:sldMk cId="3154306602" sldId="262"/>
            <ac:spMk id="3" creationId="{2D214F98-1806-A279-F5B3-085E8E61BAC3}"/>
          </ac:spMkLst>
        </pc:spChg>
        <pc:spChg chg="del">
          <ac:chgData name="Reeh, Leon" userId="5e29f8a0-6642-4705-b146-4ac8b4c9a28e" providerId="ADAL" clId="{92BD329D-C5F5-4D73-8DC6-D154C8352779}" dt="2025-02-26T12:35:11.673" v="346" actId="700"/>
          <ac:spMkLst>
            <pc:docMk/>
            <pc:sldMk cId="3154306602" sldId="262"/>
            <ac:spMk id="4" creationId="{D698F285-0A2F-3C34-6DB9-5C75E74DA240}"/>
          </ac:spMkLst>
        </pc:spChg>
        <pc:spChg chg="mod ord">
          <ac:chgData name="Reeh, Leon" userId="5e29f8a0-6642-4705-b146-4ac8b4c9a28e" providerId="ADAL" clId="{92BD329D-C5F5-4D73-8DC6-D154C8352779}" dt="2025-02-26T12:36:29.789" v="376" actId="26606"/>
          <ac:spMkLst>
            <pc:docMk/>
            <pc:sldMk cId="3154306602" sldId="262"/>
            <ac:spMk id="5" creationId="{4F68E159-50C7-9FBE-A541-68E00E4C4827}"/>
          </ac:spMkLst>
        </pc:spChg>
        <pc:spChg chg="add mod ord">
          <ac:chgData name="Reeh, Leon" userId="5e29f8a0-6642-4705-b146-4ac8b4c9a28e" providerId="ADAL" clId="{92BD329D-C5F5-4D73-8DC6-D154C8352779}" dt="2025-02-26T12:36:29.789" v="376" actId="26606"/>
          <ac:spMkLst>
            <pc:docMk/>
            <pc:sldMk cId="3154306602" sldId="262"/>
            <ac:spMk id="6" creationId="{64E51116-18F0-D962-9562-13E4AAAAA082}"/>
          </ac:spMkLst>
        </pc:spChg>
        <pc:spChg chg="add del mod ord">
          <ac:chgData name="Reeh, Leon" userId="5e29f8a0-6642-4705-b146-4ac8b4c9a28e" providerId="ADAL" clId="{92BD329D-C5F5-4D73-8DC6-D154C8352779}" dt="2025-02-26T12:36:29.789" v="376" actId="26606"/>
          <ac:spMkLst>
            <pc:docMk/>
            <pc:sldMk cId="3154306602" sldId="262"/>
            <ac:spMk id="7" creationId="{565340D9-9CB0-E03A-84CC-F25A0CF0B9F1}"/>
          </ac:spMkLst>
        </pc:spChg>
        <pc:spChg chg="add">
          <ac:chgData name="Reeh, Leon" userId="5e29f8a0-6642-4705-b146-4ac8b4c9a28e" providerId="ADAL" clId="{92BD329D-C5F5-4D73-8DC6-D154C8352779}" dt="2025-02-26T12:36:29.789" v="376" actId="26606"/>
          <ac:spMkLst>
            <pc:docMk/>
            <pc:sldMk cId="3154306602" sldId="262"/>
            <ac:spMk id="13" creationId="{9DBC8166-481C-4473-95F5-9A5B9073B7F1}"/>
          </ac:spMkLst>
        </pc:spChg>
        <pc:spChg chg="add">
          <ac:chgData name="Reeh, Leon" userId="5e29f8a0-6642-4705-b146-4ac8b4c9a28e" providerId="ADAL" clId="{92BD329D-C5F5-4D73-8DC6-D154C8352779}" dt="2025-02-26T12:36:29.789" v="376" actId="26606"/>
          <ac:spMkLst>
            <pc:docMk/>
            <pc:sldMk cId="3154306602" sldId="262"/>
            <ac:spMk id="15" creationId="{A5A5CE6E-90AF-4D43-A014-1F9EC83EB93D}"/>
          </ac:spMkLst>
        </pc:spChg>
        <pc:graphicFrameChg chg="add">
          <ac:chgData name="Reeh, Leon" userId="5e29f8a0-6642-4705-b146-4ac8b4c9a28e" providerId="ADAL" clId="{92BD329D-C5F5-4D73-8DC6-D154C8352779}" dt="2025-02-26T12:36:29.789" v="376" actId="26606"/>
          <ac:graphicFrameMkLst>
            <pc:docMk/>
            <pc:sldMk cId="3154306602" sldId="262"/>
            <ac:graphicFrameMk id="9" creationId="{5D31F7A1-D8E6-DA9D-5F4F-68DAB5F25A51}"/>
          </ac:graphicFrameMkLst>
        </pc:graphicFrameChg>
      </pc:sldChg>
      <pc:sldChg chg="modSp new mod">
        <pc:chgData name="Reeh, Leon" userId="5e29f8a0-6642-4705-b146-4ac8b4c9a28e" providerId="ADAL" clId="{92BD329D-C5F5-4D73-8DC6-D154C8352779}" dt="2025-02-26T10:02:49.781" v="200" actId="20577"/>
        <pc:sldMkLst>
          <pc:docMk/>
          <pc:sldMk cId="3865893678" sldId="263"/>
        </pc:sldMkLst>
        <pc:spChg chg="mod">
          <ac:chgData name="Reeh, Leon" userId="5e29f8a0-6642-4705-b146-4ac8b4c9a28e" providerId="ADAL" clId="{92BD329D-C5F5-4D73-8DC6-D154C8352779}" dt="2025-02-26T10:02:49.781" v="200" actId="20577"/>
          <ac:spMkLst>
            <pc:docMk/>
            <pc:sldMk cId="3865893678" sldId="263"/>
            <ac:spMk id="2" creationId="{3669516D-036D-E2FC-4193-C50725F5DACF}"/>
          </ac:spMkLst>
        </pc:spChg>
      </pc:sldChg>
      <pc:sldChg chg="addSp delSp modSp new mod modClrScheme chgLayout">
        <pc:chgData name="Reeh, Leon" userId="5e29f8a0-6642-4705-b146-4ac8b4c9a28e" providerId="ADAL" clId="{92BD329D-C5F5-4D73-8DC6-D154C8352779}" dt="2025-02-26T10:37:58.148" v="265" actId="20577"/>
        <pc:sldMkLst>
          <pc:docMk/>
          <pc:sldMk cId="4278039358" sldId="264"/>
        </pc:sldMkLst>
        <pc:spChg chg="del mod ord">
          <ac:chgData name="Reeh, Leon" userId="5e29f8a0-6642-4705-b146-4ac8b4c9a28e" providerId="ADAL" clId="{92BD329D-C5F5-4D73-8DC6-D154C8352779}" dt="2025-02-26T10:37:41.896" v="258" actId="700"/>
          <ac:spMkLst>
            <pc:docMk/>
            <pc:sldMk cId="4278039358" sldId="264"/>
            <ac:spMk id="2" creationId="{0669B59F-B236-0FC7-B091-8BEDDF1BD740}"/>
          </ac:spMkLst>
        </pc:spChg>
        <pc:spChg chg="del mod ord">
          <ac:chgData name="Reeh, Leon" userId="5e29f8a0-6642-4705-b146-4ac8b4c9a28e" providerId="ADAL" clId="{92BD329D-C5F5-4D73-8DC6-D154C8352779}" dt="2025-02-26T10:37:41.896" v="258" actId="700"/>
          <ac:spMkLst>
            <pc:docMk/>
            <pc:sldMk cId="4278039358" sldId="264"/>
            <ac:spMk id="3" creationId="{7A4AA71B-EEC4-D656-8F54-88434BE9D162}"/>
          </ac:spMkLst>
        </pc:spChg>
        <pc:spChg chg="del">
          <ac:chgData name="Reeh, Leon" userId="5e29f8a0-6642-4705-b146-4ac8b4c9a28e" providerId="ADAL" clId="{92BD329D-C5F5-4D73-8DC6-D154C8352779}" dt="2025-02-26T10:37:41.896" v="258" actId="700"/>
          <ac:spMkLst>
            <pc:docMk/>
            <pc:sldMk cId="4278039358" sldId="264"/>
            <ac:spMk id="4" creationId="{83022325-9D96-80DF-F75F-E4D827BFB358}"/>
          </ac:spMkLst>
        </pc:spChg>
        <pc:spChg chg="mod ord">
          <ac:chgData name="Reeh, Leon" userId="5e29f8a0-6642-4705-b146-4ac8b4c9a28e" providerId="ADAL" clId="{92BD329D-C5F5-4D73-8DC6-D154C8352779}" dt="2025-02-26T10:37:41.896" v="258" actId="700"/>
          <ac:spMkLst>
            <pc:docMk/>
            <pc:sldMk cId="4278039358" sldId="264"/>
            <ac:spMk id="5" creationId="{845D0797-1BA4-8735-0E3A-E3F92A1709FC}"/>
          </ac:spMkLst>
        </pc:spChg>
        <pc:spChg chg="add mod ord">
          <ac:chgData name="Reeh, Leon" userId="5e29f8a0-6642-4705-b146-4ac8b4c9a28e" providerId="ADAL" clId="{92BD329D-C5F5-4D73-8DC6-D154C8352779}" dt="2025-02-26T10:37:58.148" v="265" actId="20577"/>
          <ac:spMkLst>
            <pc:docMk/>
            <pc:sldMk cId="4278039358" sldId="264"/>
            <ac:spMk id="6" creationId="{FF272906-FF5D-B537-72CE-BB75D19EB8BE}"/>
          </ac:spMkLst>
        </pc:spChg>
        <pc:spChg chg="add mod ord">
          <ac:chgData name="Reeh, Leon" userId="5e29f8a0-6642-4705-b146-4ac8b4c9a28e" providerId="ADAL" clId="{92BD329D-C5F5-4D73-8DC6-D154C8352779}" dt="2025-02-26T10:37:41.896" v="258" actId="700"/>
          <ac:spMkLst>
            <pc:docMk/>
            <pc:sldMk cId="4278039358" sldId="264"/>
            <ac:spMk id="7" creationId="{17B4ED3B-0A1C-08D0-5879-3D16A7E77C49}"/>
          </ac:spMkLst>
        </pc:spChg>
      </pc:sldChg>
      <pc:sldChg chg="modSp add mod ord">
        <pc:chgData name="Reeh, Leon" userId="5e29f8a0-6642-4705-b146-4ac8b4c9a28e" providerId="ADAL" clId="{92BD329D-C5F5-4D73-8DC6-D154C8352779}" dt="2025-02-26T10:59:33.674" v="340"/>
        <pc:sldMkLst>
          <pc:docMk/>
          <pc:sldMk cId="1153701053" sldId="265"/>
        </pc:sldMkLst>
        <pc:spChg chg="mod">
          <ac:chgData name="Reeh, Leon" userId="5e29f8a0-6642-4705-b146-4ac8b4c9a28e" providerId="ADAL" clId="{92BD329D-C5F5-4D73-8DC6-D154C8352779}" dt="2025-02-26T10:59:33.674" v="340"/>
          <ac:spMkLst>
            <pc:docMk/>
            <pc:sldMk cId="1153701053" sldId="265"/>
            <ac:spMk id="2" creationId="{22DB683C-FC3B-841C-62C3-766840291F6E}"/>
          </ac:spMkLst>
        </pc:spChg>
      </pc:sldChg>
      <pc:sldChg chg="addSp delSp modSp new del mod ord">
        <pc:chgData name="Reeh, Leon" userId="5e29f8a0-6642-4705-b146-4ac8b4c9a28e" providerId="ADAL" clId="{92BD329D-C5F5-4D73-8DC6-D154C8352779}" dt="2025-02-26T10:53:53.455" v="294" actId="2696"/>
        <pc:sldMkLst>
          <pc:docMk/>
          <pc:sldMk cId="2664052370" sldId="265"/>
        </pc:sldMkLst>
        <pc:spChg chg="del">
          <ac:chgData name="Reeh, Leon" userId="5e29f8a0-6642-4705-b146-4ac8b4c9a28e" providerId="ADAL" clId="{92BD329D-C5F5-4D73-8DC6-D154C8352779}" dt="2025-02-26T10:47:33.406" v="269" actId="931"/>
          <ac:spMkLst>
            <pc:docMk/>
            <pc:sldMk cId="2664052370" sldId="265"/>
            <ac:spMk id="3" creationId="{9DEC3580-DEA0-2D1D-C88B-D566318BCEDA}"/>
          </ac:spMkLst>
        </pc:spChg>
        <pc:picChg chg="add mod">
          <ac:chgData name="Reeh, Leon" userId="5e29f8a0-6642-4705-b146-4ac8b4c9a28e" providerId="ADAL" clId="{92BD329D-C5F5-4D73-8DC6-D154C8352779}" dt="2025-02-26T10:53:44.253" v="292" actId="1076"/>
          <ac:picMkLst>
            <pc:docMk/>
            <pc:sldMk cId="2664052370" sldId="265"/>
            <ac:picMk id="6" creationId="{718F1D0C-5759-52CC-B8B0-6696AD7F0EAB}"/>
          </ac:picMkLst>
        </pc:picChg>
        <pc:picChg chg="add mod">
          <ac:chgData name="Reeh, Leon" userId="5e29f8a0-6642-4705-b146-4ac8b4c9a28e" providerId="ADAL" clId="{92BD329D-C5F5-4D73-8DC6-D154C8352779}" dt="2025-02-26T10:48:46.879" v="271" actId="1076"/>
          <ac:picMkLst>
            <pc:docMk/>
            <pc:sldMk cId="2664052370" sldId="265"/>
            <ac:picMk id="8" creationId="{22293E9B-A108-A268-9E04-C348AFC88CB2}"/>
          </ac:picMkLst>
        </pc:picChg>
        <pc:picChg chg="add del mod">
          <ac:chgData name="Reeh, Leon" userId="5e29f8a0-6642-4705-b146-4ac8b4c9a28e" providerId="ADAL" clId="{92BD329D-C5F5-4D73-8DC6-D154C8352779}" dt="2025-02-26T10:51:03.407" v="275" actId="478"/>
          <ac:picMkLst>
            <pc:docMk/>
            <pc:sldMk cId="2664052370" sldId="265"/>
            <ac:picMk id="10" creationId="{22967512-DEC7-74A3-5A00-D5B009F90062}"/>
          </ac:picMkLst>
        </pc:picChg>
        <pc:picChg chg="add del mod">
          <ac:chgData name="Reeh, Leon" userId="5e29f8a0-6642-4705-b146-4ac8b4c9a28e" providerId="ADAL" clId="{92BD329D-C5F5-4D73-8DC6-D154C8352779}" dt="2025-02-26T10:52:31.462" v="279" actId="478"/>
          <ac:picMkLst>
            <pc:docMk/>
            <pc:sldMk cId="2664052370" sldId="265"/>
            <ac:picMk id="12" creationId="{315557A8-BE21-39D9-8244-42845FDBCF2F}"/>
          </ac:picMkLst>
        </pc:picChg>
        <pc:picChg chg="add mod">
          <ac:chgData name="Reeh, Leon" userId="5e29f8a0-6642-4705-b146-4ac8b4c9a28e" providerId="ADAL" clId="{92BD329D-C5F5-4D73-8DC6-D154C8352779}" dt="2025-02-26T10:52:58.764" v="283" actId="1076"/>
          <ac:picMkLst>
            <pc:docMk/>
            <pc:sldMk cId="2664052370" sldId="265"/>
            <ac:picMk id="14" creationId="{E3A096C3-6415-0446-4053-1BAC0AEBAB36}"/>
          </ac:picMkLst>
        </pc:picChg>
        <pc:picChg chg="add mod">
          <ac:chgData name="Reeh, Leon" userId="5e29f8a0-6642-4705-b146-4ac8b4c9a28e" providerId="ADAL" clId="{92BD329D-C5F5-4D73-8DC6-D154C8352779}" dt="2025-02-26T10:53:46.892" v="293" actId="1076"/>
          <ac:picMkLst>
            <pc:docMk/>
            <pc:sldMk cId="2664052370" sldId="265"/>
            <ac:picMk id="16" creationId="{76681A4D-086C-C5AF-5BCC-A6F02AF49802}"/>
          </ac:picMkLst>
        </pc:picChg>
      </pc:sldChg>
      <pc:sldChg chg="modSp add mod">
        <pc:chgData name="Reeh, Leon" userId="5e29f8a0-6642-4705-b146-4ac8b4c9a28e" providerId="ADAL" clId="{92BD329D-C5F5-4D73-8DC6-D154C8352779}" dt="2025-02-26T10:59:48.439" v="344"/>
        <pc:sldMkLst>
          <pc:docMk/>
          <pc:sldMk cId="3594622778" sldId="266"/>
        </pc:sldMkLst>
        <pc:spChg chg="mod">
          <ac:chgData name="Reeh, Leon" userId="5e29f8a0-6642-4705-b146-4ac8b4c9a28e" providerId="ADAL" clId="{92BD329D-C5F5-4D73-8DC6-D154C8352779}" dt="2025-02-26T10:59:48.439" v="344"/>
          <ac:spMkLst>
            <pc:docMk/>
            <pc:sldMk cId="3594622778" sldId="266"/>
            <ac:spMk id="2" creationId="{5274033B-DD1E-53B1-95B8-83C7771A2AA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3F294F-BA89-4F3D-8F57-1E57EB883A1C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3A861F7-B958-4D88-B4C8-5E6BF73BF901}">
      <dgm:prSet/>
      <dgm:spPr/>
      <dgm:t>
        <a:bodyPr/>
        <a:lstStyle/>
        <a:p>
          <a:r>
            <a:rPr lang="de-DE"/>
            <a:t>Technische Grundlagen – BLDC</a:t>
          </a:r>
          <a:endParaRPr lang="en-US"/>
        </a:p>
      </dgm:t>
    </dgm:pt>
    <dgm:pt modelId="{73FCB37B-0272-4720-8F28-747A554AA032}" type="parTrans" cxnId="{4F332F8E-A204-48A5-8326-F965218DE7B7}">
      <dgm:prSet/>
      <dgm:spPr/>
      <dgm:t>
        <a:bodyPr/>
        <a:lstStyle/>
        <a:p>
          <a:endParaRPr lang="en-US"/>
        </a:p>
      </dgm:t>
    </dgm:pt>
    <dgm:pt modelId="{4028C29B-1B2F-480F-966C-5B36C3AEE7E9}" type="sibTrans" cxnId="{4F332F8E-A204-48A5-8326-F965218DE7B7}">
      <dgm:prSet/>
      <dgm:spPr/>
      <dgm:t>
        <a:bodyPr/>
        <a:lstStyle/>
        <a:p>
          <a:endParaRPr lang="en-US"/>
        </a:p>
      </dgm:t>
    </dgm:pt>
    <dgm:pt modelId="{D55C0DB2-BBDA-40CA-809E-E27EBFEBD38B}">
      <dgm:prSet/>
      <dgm:spPr/>
      <dgm:t>
        <a:bodyPr/>
        <a:lstStyle/>
        <a:p>
          <a:r>
            <a:rPr lang="de-DE"/>
            <a:t>Motorsteuerung 6-Shritt Trapez</a:t>
          </a:r>
          <a:endParaRPr lang="en-US"/>
        </a:p>
      </dgm:t>
    </dgm:pt>
    <dgm:pt modelId="{BB52A620-DC12-4978-AD95-6F6EC852F528}" type="parTrans" cxnId="{1C30FE0D-E114-4EDE-9DB0-9C57DC3993BD}">
      <dgm:prSet/>
      <dgm:spPr/>
      <dgm:t>
        <a:bodyPr/>
        <a:lstStyle/>
        <a:p>
          <a:endParaRPr lang="en-US"/>
        </a:p>
      </dgm:t>
    </dgm:pt>
    <dgm:pt modelId="{E4FA58B3-CFC5-45A5-ADA6-AE06418E422F}" type="sibTrans" cxnId="{1C30FE0D-E114-4EDE-9DB0-9C57DC3993BD}">
      <dgm:prSet/>
      <dgm:spPr/>
      <dgm:t>
        <a:bodyPr/>
        <a:lstStyle/>
        <a:p>
          <a:endParaRPr lang="en-US"/>
        </a:p>
      </dgm:t>
    </dgm:pt>
    <dgm:pt modelId="{D7DED5E7-ECDD-4980-ADE7-41184DDE0097}">
      <dgm:prSet/>
      <dgm:spPr/>
      <dgm:t>
        <a:bodyPr/>
        <a:lstStyle/>
        <a:p>
          <a:r>
            <a:rPr lang="de-DE"/>
            <a:t>Schaltplan</a:t>
          </a:r>
          <a:endParaRPr lang="en-US"/>
        </a:p>
      </dgm:t>
    </dgm:pt>
    <dgm:pt modelId="{0B334EAA-03C8-420B-A6AB-E91A7CA7CF95}" type="parTrans" cxnId="{D27DE5A4-EF11-4BE0-A8C1-B6A1F1E34D27}">
      <dgm:prSet/>
      <dgm:spPr/>
      <dgm:t>
        <a:bodyPr/>
        <a:lstStyle/>
        <a:p>
          <a:endParaRPr lang="en-US"/>
        </a:p>
      </dgm:t>
    </dgm:pt>
    <dgm:pt modelId="{7434B4C2-DC15-46C1-BA66-8FE5ED43A77D}" type="sibTrans" cxnId="{D27DE5A4-EF11-4BE0-A8C1-B6A1F1E34D27}">
      <dgm:prSet/>
      <dgm:spPr/>
      <dgm:t>
        <a:bodyPr/>
        <a:lstStyle/>
        <a:p>
          <a:endParaRPr lang="en-US"/>
        </a:p>
      </dgm:t>
    </dgm:pt>
    <dgm:pt modelId="{07D300CA-562A-43FE-9B89-75B7E3EFE97F}">
      <dgm:prSet/>
      <dgm:spPr/>
      <dgm:t>
        <a:bodyPr/>
        <a:lstStyle/>
        <a:p>
          <a:r>
            <a:rPr lang="de-DE"/>
            <a:t>Software</a:t>
          </a:r>
          <a:endParaRPr lang="en-US"/>
        </a:p>
      </dgm:t>
    </dgm:pt>
    <dgm:pt modelId="{A469E9D0-6591-4A84-A085-3F9F2C267D96}" type="parTrans" cxnId="{06BA5B56-4374-492D-AAF2-AE62C75E2575}">
      <dgm:prSet/>
      <dgm:spPr/>
      <dgm:t>
        <a:bodyPr/>
        <a:lstStyle/>
        <a:p>
          <a:endParaRPr lang="en-US"/>
        </a:p>
      </dgm:t>
    </dgm:pt>
    <dgm:pt modelId="{94A3040B-CB41-4D39-9EF4-ABE44968DCDD}" type="sibTrans" cxnId="{06BA5B56-4374-492D-AAF2-AE62C75E2575}">
      <dgm:prSet/>
      <dgm:spPr/>
      <dgm:t>
        <a:bodyPr/>
        <a:lstStyle/>
        <a:p>
          <a:endParaRPr lang="en-US"/>
        </a:p>
      </dgm:t>
    </dgm:pt>
    <dgm:pt modelId="{781B6A07-4BA7-4CC9-9504-CAD01D8E0953}">
      <dgm:prSet/>
      <dgm:spPr/>
      <dgm:t>
        <a:bodyPr/>
        <a:lstStyle/>
        <a:p>
          <a:r>
            <a:rPr lang="de-DE"/>
            <a:t>Video Demonstration</a:t>
          </a:r>
          <a:endParaRPr lang="en-US"/>
        </a:p>
      </dgm:t>
    </dgm:pt>
    <dgm:pt modelId="{381FAA04-5EDA-43A7-97C2-9C6823357A22}" type="parTrans" cxnId="{1C2BD2CF-F760-4645-B79F-1175F30FF975}">
      <dgm:prSet/>
      <dgm:spPr/>
      <dgm:t>
        <a:bodyPr/>
        <a:lstStyle/>
        <a:p>
          <a:endParaRPr lang="en-US"/>
        </a:p>
      </dgm:t>
    </dgm:pt>
    <dgm:pt modelId="{11183C14-BBEA-431C-BF6E-7F00AB4F9787}" type="sibTrans" cxnId="{1C2BD2CF-F760-4645-B79F-1175F30FF975}">
      <dgm:prSet/>
      <dgm:spPr/>
      <dgm:t>
        <a:bodyPr/>
        <a:lstStyle/>
        <a:p>
          <a:endParaRPr lang="en-US"/>
        </a:p>
      </dgm:t>
    </dgm:pt>
    <dgm:pt modelId="{189DCEF0-6C40-4919-92F6-8FEA96CCD689}" type="pres">
      <dgm:prSet presAssocID="{583F294F-BA89-4F3D-8F57-1E57EB883A1C}" presName="vert0" presStyleCnt="0">
        <dgm:presLayoutVars>
          <dgm:dir/>
          <dgm:animOne val="branch"/>
          <dgm:animLvl val="lvl"/>
        </dgm:presLayoutVars>
      </dgm:prSet>
      <dgm:spPr/>
    </dgm:pt>
    <dgm:pt modelId="{E2ABD6B9-AE4E-453B-9F0D-879E51BBF444}" type="pres">
      <dgm:prSet presAssocID="{43A861F7-B958-4D88-B4C8-5E6BF73BF901}" presName="thickLine" presStyleLbl="alignNode1" presStyleIdx="0" presStyleCnt="5"/>
      <dgm:spPr/>
    </dgm:pt>
    <dgm:pt modelId="{25AD172B-5575-474D-ADC3-12C301263407}" type="pres">
      <dgm:prSet presAssocID="{43A861F7-B958-4D88-B4C8-5E6BF73BF901}" presName="horz1" presStyleCnt="0"/>
      <dgm:spPr/>
    </dgm:pt>
    <dgm:pt modelId="{EBE80C9E-D095-45C8-A856-9967DECDB267}" type="pres">
      <dgm:prSet presAssocID="{43A861F7-B958-4D88-B4C8-5E6BF73BF901}" presName="tx1" presStyleLbl="revTx" presStyleIdx="0" presStyleCnt="5"/>
      <dgm:spPr/>
    </dgm:pt>
    <dgm:pt modelId="{54B2CF31-1769-4D2C-A9D8-C42A782CB530}" type="pres">
      <dgm:prSet presAssocID="{43A861F7-B958-4D88-B4C8-5E6BF73BF901}" presName="vert1" presStyleCnt="0"/>
      <dgm:spPr/>
    </dgm:pt>
    <dgm:pt modelId="{0CF8347D-F1AF-44EE-840E-EA6011EDD156}" type="pres">
      <dgm:prSet presAssocID="{D55C0DB2-BBDA-40CA-809E-E27EBFEBD38B}" presName="thickLine" presStyleLbl="alignNode1" presStyleIdx="1" presStyleCnt="5"/>
      <dgm:spPr/>
    </dgm:pt>
    <dgm:pt modelId="{087A982A-039A-414A-A397-9FCBDA2263B2}" type="pres">
      <dgm:prSet presAssocID="{D55C0DB2-BBDA-40CA-809E-E27EBFEBD38B}" presName="horz1" presStyleCnt="0"/>
      <dgm:spPr/>
    </dgm:pt>
    <dgm:pt modelId="{93D4A7DF-4298-45A8-B2AE-FB7D840BA731}" type="pres">
      <dgm:prSet presAssocID="{D55C0DB2-BBDA-40CA-809E-E27EBFEBD38B}" presName="tx1" presStyleLbl="revTx" presStyleIdx="1" presStyleCnt="5"/>
      <dgm:spPr/>
    </dgm:pt>
    <dgm:pt modelId="{02DE0258-E864-49B6-A0B1-B419E9F25923}" type="pres">
      <dgm:prSet presAssocID="{D55C0DB2-BBDA-40CA-809E-E27EBFEBD38B}" presName="vert1" presStyleCnt="0"/>
      <dgm:spPr/>
    </dgm:pt>
    <dgm:pt modelId="{F31F6BAE-1FC7-4A84-94C0-12B04F1BC03E}" type="pres">
      <dgm:prSet presAssocID="{D7DED5E7-ECDD-4980-ADE7-41184DDE0097}" presName="thickLine" presStyleLbl="alignNode1" presStyleIdx="2" presStyleCnt="5"/>
      <dgm:spPr/>
    </dgm:pt>
    <dgm:pt modelId="{0F324257-43C7-42D9-A625-BA2555DF50D5}" type="pres">
      <dgm:prSet presAssocID="{D7DED5E7-ECDD-4980-ADE7-41184DDE0097}" presName="horz1" presStyleCnt="0"/>
      <dgm:spPr/>
    </dgm:pt>
    <dgm:pt modelId="{D81E37CE-0183-4024-AA8F-0B3BFD136D80}" type="pres">
      <dgm:prSet presAssocID="{D7DED5E7-ECDD-4980-ADE7-41184DDE0097}" presName="tx1" presStyleLbl="revTx" presStyleIdx="2" presStyleCnt="5"/>
      <dgm:spPr/>
    </dgm:pt>
    <dgm:pt modelId="{25DF847E-E57E-44C7-BA5C-35AC4665ED8D}" type="pres">
      <dgm:prSet presAssocID="{D7DED5E7-ECDD-4980-ADE7-41184DDE0097}" presName="vert1" presStyleCnt="0"/>
      <dgm:spPr/>
    </dgm:pt>
    <dgm:pt modelId="{EF4E1457-3B4F-4880-8DC2-D4A986F511BA}" type="pres">
      <dgm:prSet presAssocID="{07D300CA-562A-43FE-9B89-75B7E3EFE97F}" presName="thickLine" presStyleLbl="alignNode1" presStyleIdx="3" presStyleCnt="5"/>
      <dgm:spPr/>
    </dgm:pt>
    <dgm:pt modelId="{7F9DE1E2-9538-42F3-80C0-86B3DBF261AA}" type="pres">
      <dgm:prSet presAssocID="{07D300CA-562A-43FE-9B89-75B7E3EFE97F}" presName="horz1" presStyleCnt="0"/>
      <dgm:spPr/>
    </dgm:pt>
    <dgm:pt modelId="{4DDCF44D-2D30-4442-8038-E14BFF9CE0DF}" type="pres">
      <dgm:prSet presAssocID="{07D300CA-562A-43FE-9B89-75B7E3EFE97F}" presName="tx1" presStyleLbl="revTx" presStyleIdx="3" presStyleCnt="5"/>
      <dgm:spPr/>
    </dgm:pt>
    <dgm:pt modelId="{22C7942C-7428-4906-A879-D89B52ACA9FA}" type="pres">
      <dgm:prSet presAssocID="{07D300CA-562A-43FE-9B89-75B7E3EFE97F}" presName="vert1" presStyleCnt="0"/>
      <dgm:spPr/>
    </dgm:pt>
    <dgm:pt modelId="{29DEE9FA-FB75-44F0-928F-06F294C7106A}" type="pres">
      <dgm:prSet presAssocID="{781B6A07-4BA7-4CC9-9504-CAD01D8E0953}" presName="thickLine" presStyleLbl="alignNode1" presStyleIdx="4" presStyleCnt="5"/>
      <dgm:spPr/>
    </dgm:pt>
    <dgm:pt modelId="{167E3EA3-F18E-458F-A984-7729E6463776}" type="pres">
      <dgm:prSet presAssocID="{781B6A07-4BA7-4CC9-9504-CAD01D8E0953}" presName="horz1" presStyleCnt="0"/>
      <dgm:spPr/>
    </dgm:pt>
    <dgm:pt modelId="{F55D52C0-C77B-4EFA-974B-8A3B73340E30}" type="pres">
      <dgm:prSet presAssocID="{781B6A07-4BA7-4CC9-9504-CAD01D8E0953}" presName="tx1" presStyleLbl="revTx" presStyleIdx="4" presStyleCnt="5"/>
      <dgm:spPr/>
    </dgm:pt>
    <dgm:pt modelId="{C9CC15DB-F470-4C36-9C30-3B2778DA360A}" type="pres">
      <dgm:prSet presAssocID="{781B6A07-4BA7-4CC9-9504-CAD01D8E0953}" presName="vert1" presStyleCnt="0"/>
      <dgm:spPr/>
    </dgm:pt>
  </dgm:ptLst>
  <dgm:cxnLst>
    <dgm:cxn modelId="{1C30FE0D-E114-4EDE-9DB0-9C57DC3993BD}" srcId="{583F294F-BA89-4F3D-8F57-1E57EB883A1C}" destId="{D55C0DB2-BBDA-40CA-809E-E27EBFEBD38B}" srcOrd="1" destOrd="0" parTransId="{BB52A620-DC12-4978-AD95-6F6EC852F528}" sibTransId="{E4FA58B3-CFC5-45A5-ADA6-AE06418E422F}"/>
    <dgm:cxn modelId="{13ADC828-87B7-4362-81C7-AB1AAEA12DE7}" type="presOf" srcId="{D55C0DB2-BBDA-40CA-809E-E27EBFEBD38B}" destId="{93D4A7DF-4298-45A8-B2AE-FB7D840BA731}" srcOrd="0" destOrd="0" presId="urn:microsoft.com/office/officeart/2008/layout/LinedList"/>
    <dgm:cxn modelId="{2BE75269-926E-4CE3-9DA8-2B815EA8A864}" type="presOf" srcId="{781B6A07-4BA7-4CC9-9504-CAD01D8E0953}" destId="{F55D52C0-C77B-4EFA-974B-8A3B73340E30}" srcOrd="0" destOrd="0" presId="urn:microsoft.com/office/officeart/2008/layout/LinedList"/>
    <dgm:cxn modelId="{DF659A6A-2F43-4278-A987-60AF1E9E687E}" type="presOf" srcId="{07D300CA-562A-43FE-9B89-75B7E3EFE97F}" destId="{4DDCF44D-2D30-4442-8038-E14BFF9CE0DF}" srcOrd="0" destOrd="0" presId="urn:microsoft.com/office/officeart/2008/layout/LinedList"/>
    <dgm:cxn modelId="{06BA5B56-4374-492D-AAF2-AE62C75E2575}" srcId="{583F294F-BA89-4F3D-8F57-1E57EB883A1C}" destId="{07D300CA-562A-43FE-9B89-75B7E3EFE97F}" srcOrd="3" destOrd="0" parTransId="{A469E9D0-6591-4A84-A085-3F9F2C267D96}" sibTransId="{94A3040B-CB41-4D39-9EF4-ABE44968DCDD}"/>
    <dgm:cxn modelId="{CF1B5058-3AB1-478E-802F-308EBFC44A42}" type="presOf" srcId="{583F294F-BA89-4F3D-8F57-1E57EB883A1C}" destId="{189DCEF0-6C40-4919-92F6-8FEA96CCD689}" srcOrd="0" destOrd="0" presId="urn:microsoft.com/office/officeart/2008/layout/LinedList"/>
    <dgm:cxn modelId="{B1B23180-587C-4FDA-8C64-5C87865A057A}" type="presOf" srcId="{43A861F7-B958-4D88-B4C8-5E6BF73BF901}" destId="{EBE80C9E-D095-45C8-A856-9967DECDB267}" srcOrd="0" destOrd="0" presId="urn:microsoft.com/office/officeart/2008/layout/LinedList"/>
    <dgm:cxn modelId="{4F332F8E-A204-48A5-8326-F965218DE7B7}" srcId="{583F294F-BA89-4F3D-8F57-1E57EB883A1C}" destId="{43A861F7-B958-4D88-B4C8-5E6BF73BF901}" srcOrd="0" destOrd="0" parTransId="{73FCB37B-0272-4720-8F28-747A554AA032}" sibTransId="{4028C29B-1B2F-480F-966C-5B36C3AEE7E9}"/>
    <dgm:cxn modelId="{D27DE5A4-EF11-4BE0-A8C1-B6A1F1E34D27}" srcId="{583F294F-BA89-4F3D-8F57-1E57EB883A1C}" destId="{D7DED5E7-ECDD-4980-ADE7-41184DDE0097}" srcOrd="2" destOrd="0" parTransId="{0B334EAA-03C8-420B-A6AB-E91A7CA7CF95}" sibTransId="{7434B4C2-DC15-46C1-BA66-8FE5ED43A77D}"/>
    <dgm:cxn modelId="{1C2BD2CF-F760-4645-B79F-1175F30FF975}" srcId="{583F294F-BA89-4F3D-8F57-1E57EB883A1C}" destId="{781B6A07-4BA7-4CC9-9504-CAD01D8E0953}" srcOrd="4" destOrd="0" parTransId="{381FAA04-5EDA-43A7-97C2-9C6823357A22}" sibTransId="{11183C14-BBEA-431C-BF6E-7F00AB4F9787}"/>
    <dgm:cxn modelId="{44EFC2DA-B352-49ED-9194-44EA93996586}" type="presOf" srcId="{D7DED5E7-ECDD-4980-ADE7-41184DDE0097}" destId="{D81E37CE-0183-4024-AA8F-0B3BFD136D80}" srcOrd="0" destOrd="0" presId="urn:microsoft.com/office/officeart/2008/layout/LinedList"/>
    <dgm:cxn modelId="{D886DFAB-64E2-4FA4-A25F-8BBCA053A582}" type="presParOf" srcId="{189DCEF0-6C40-4919-92F6-8FEA96CCD689}" destId="{E2ABD6B9-AE4E-453B-9F0D-879E51BBF444}" srcOrd="0" destOrd="0" presId="urn:microsoft.com/office/officeart/2008/layout/LinedList"/>
    <dgm:cxn modelId="{735F8AB4-0B8F-4A5E-BA5C-CCC7CE698EC2}" type="presParOf" srcId="{189DCEF0-6C40-4919-92F6-8FEA96CCD689}" destId="{25AD172B-5575-474D-ADC3-12C301263407}" srcOrd="1" destOrd="0" presId="urn:microsoft.com/office/officeart/2008/layout/LinedList"/>
    <dgm:cxn modelId="{7A82FA92-7439-4EBB-9686-AB86F20135D6}" type="presParOf" srcId="{25AD172B-5575-474D-ADC3-12C301263407}" destId="{EBE80C9E-D095-45C8-A856-9967DECDB267}" srcOrd="0" destOrd="0" presId="urn:microsoft.com/office/officeart/2008/layout/LinedList"/>
    <dgm:cxn modelId="{5853F475-1AAC-44D4-9975-6EA566C3F77D}" type="presParOf" srcId="{25AD172B-5575-474D-ADC3-12C301263407}" destId="{54B2CF31-1769-4D2C-A9D8-C42A782CB530}" srcOrd="1" destOrd="0" presId="urn:microsoft.com/office/officeart/2008/layout/LinedList"/>
    <dgm:cxn modelId="{A6CEA015-797D-4022-ADCF-010D97CC5D70}" type="presParOf" srcId="{189DCEF0-6C40-4919-92F6-8FEA96CCD689}" destId="{0CF8347D-F1AF-44EE-840E-EA6011EDD156}" srcOrd="2" destOrd="0" presId="urn:microsoft.com/office/officeart/2008/layout/LinedList"/>
    <dgm:cxn modelId="{39F13C4D-B6CC-4A02-B394-205B59175E02}" type="presParOf" srcId="{189DCEF0-6C40-4919-92F6-8FEA96CCD689}" destId="{087A982A-039A-414A-A397-9FCBDA2263B2}" srcOrd="3" destOrd="0" presId="urn:microsoft.com/office/officeart/2008/layout/LinedList"/>
    <dgm:cxn modelId="{5C546DA6-6BAB-4F59-99F7-A163ADC384C2}" type="presParOf" srcId="{087A982A-039A-414A-A397-9FCBDA2263B2}" destId="{93D4A7DF-4298-45A8-B2AE-FB7D840BA731}" srcOrd="0" destOrd="0" presId="urn:microsoft.com/office/officeart/2008/layout/LinedList"/>
    <dgm:cxn modelId="{7BEEF8CE-E2E9-49BB-B12C-08C02848511E}" type="presParOf" srcId="{087A982A-039A-414A-A397-9FCBDA2263B2}" destId="{02DE0258-E864-49B6-A0B1-B419E9F25923}" srcOrd="1" destOrd="0" presId="urn:microsoft.com/office/officeart/2008/layout/LinedList"/>
    <dgm:cxn modelId="{A46C6F5C-D455-45B4-B1CB-A1994BE350D3}" type="presParOf" srcId="{189DCEF0-6C40-4919-92F6-8FEA96CCD689}" destId="{F31F6BAE-1FC7-4A84-94C0-12B04F1BC03E}" srcOrd="4" destOrd="0" presId="urn:microsoft.com/office/officeart/2008/layout/LinedList"/>
    <dgm:cxn modelId="{7A16FD94-7E05-4B35-BDCA-5A99F344EB87}" type="presParOf" srcId="{189DCEF0-6C40-4919-92F6-8FEA96CCD689}" destId="{0F324257-43C7-42D9-A625-BA2555DF50D5}" srcOrd="5" destOrd="0" presId="urn:microsoft.com/office/officeart/2008/layout/LinedList"/>
    <dgm:cxn modelId="{45E94D79-1D22-4C25-9EC8-BD9DE628306C}" type="presParOf" srcId="{0F324257-43C7-42D9-A625-BA2555DF50D5}" destId="{D81E37CE-0183-4024-AA8F-0B3BFD136D80}" srcOrd="0" destOrd="0" presId="urn:microsoft.com/office/officeart/2008/layout/LinedList"/>
    <dgm:cxn modelId="{DC88EB66-286B-42A4-AAB9-345DA7C3EDF5}" type="presParOf" srcId="{0F324257-43C7-42D9-A625-BA2555DF50D5}" destId="{25DF847E-E57E-44C7-BA5C-35AC4665ED8D}" srcOrd="1" destOrd="0" presId="urn:microsoft.com/office/officeart/2008/layout/LinedList"/>
    <dgm:cxn modelId="{B94DE56B-AAE8-4F63-980C-F294589CB38A}" type="presParOf" srcId="{189DCEF0-6C40-4919-92F6-8FEA96CCD689}" destId="{EF4E1457-3B4F-4880-8DC2-D4A986F511BA}" srcOrd="6" destOrd="0" presId="urn:microsoft.com/office/officeart/2008/layout/LinedList"/>
    <dgm:cxn modelId="{AEB849E6-6F16-4595-A097-B7234FF7C19E}" type="presParOf" srcId="{189DCEF0-6C40-4919-92F6-8FEA96CCD689}" destId="{7F9DE1E2-9538-42F3-80C0-86B3DBF261AA}" srcOrd="7" destOrd="0" presId="urn:microsoft.com/office/officeart/2008/layout/LinedList"/>
    <dgm:cxn modelId="{47B90F8F-29F9-4A0D-B61C-D00F28F73CE7}" type="presParOf" srcId="{7F9DE1E2-9538-42F3-80C0-86B3DBF261AA}" destId="{4DDCF44D-2D30-4442-8038-E14BFF9CE0DF}" srcOrd="0" destOrd="0" presId="urn:microsoft.com/office/officeart/2008/layout/LinedList"/>
    <dgm:cxn modelId="{5BB08306-859A-4582-919F-6AF1A85161E3}" type="presParOf" srcId="{7F9DE1E2-9538-42F3-80C0-86B3DBF261AA}" destId="{22C7942C-7428-4906-A879-D89B52ACA9FA}" srcOrd="1" destOrd="0" presId="urn:microsoft.com/office/officeart/2008/layout/LinedList"/>
    <dgm:cxn modelId="{040F4C86-B9E9-4CA0-BBF2-9B067EAF3799}" type="presParOf" srcId="{189DCEF0-6C40-4919-92F6-8FEA96CCD689}" destId="{29DEE9FA-FB75-44F0-928F-06F294C7106A}" srcOrd="8" destOrd="0" presId="urn:microsoft.com/office/officeart/2008/layout/LinedList"/>
    <dgm:cxn modelId="{B1DD3F18-B659-43E4-A1B7-D5A6147B2018}" type="presParOf" srcId="{189DCEF0-6C40-4919-92F6-8FEA96CCD689}" destId="{167E3EA3-F18E-458F-A984-7729E6463776}" srcOrd="9" destOrd="0" presId="urn:microsoft.com/office/officeart/2008/layout/LinedList"/>
    <dgm:cxn modelId="{1F5391C9-1A66-41E7-821D-CFBBA8469DD7}" type="presParOf" srcId="{167E3EA3-F18E-458F-A984-7729E6463776}" destId="{F55D52C0-C77B-4EFA-974B-8A3B73340E30}" srcOrd="0" destOrd="0" presId="urn:microsoft.com/office/officeart/2008/layout/LinedList"/>
    <dgm:cxn modelId="{2C4D9E24-053C-4AB3-8E08-CC1DB958225C}" type="presParOf" srcId="{167E3EA3-F18E-458F-A984-7729E6463776}" destId="{C9CC15DB-F470-4C36-9C30-3B2778DA360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F6E875-C9AC-4115-88AC-E95BC955D06B}" type="doc">
      <dgm:prSet loTypeId="urn:microsoft.com/office/officeart/2008/layout/LinedList" loCatId="list" qsTypeId="urn:microsoft.com/office/officeart/2005/8/quickstyle/simple4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31A02229-E3B3-4293-BE62-350FAA23FEAB}">
      <dgm:prSet/>
      <dgm:spPr/>
      <dgm:t>
        <a:bodyPr/>
        <a:lstStyle/>
        <a:p>
          <a:r>
            <a:rPr lang="de-DE" dirty="0"/>
            <a:t>Norm</a:t>
          </a:r>
          <a:endParaRPr lang="en-US" dirty="0"/>
        </a:p>
      </dgm:t>
    </dgm:pt>
    <dgm:pt modelId="{04F8928B-6DE2-4226-8EC4-8DC8BD4D0B6E}" type="parTrans" cxnId="{F6037E51-BD42-40CF-9BF1-20D4CA7681BF}">
      <dgm:prSet/>
      <dgm:spPr/>
      <dgm:t>
        <a:bodyPr/>
        <a:lstStyle/>
        <a:p>
          <a:endParaRPr lang="en-US"/>
        </a:p>
      </dgm:t>
    </dgm:pt>
    <dgm:pt modelId="{6A874FEC-9B20-4BE7-AB1F-45E8482CC94E}" type="sibTrans" cxnId="{F6037E51-BD42-40CF-9BF1-20D4CA7681BF}">
      <dgm:prSet/>
      <dgm:spPr/>
      <dgm:t>
        <a:bodyPr/>
        <a:lstStyle/>
        <a:p>
          <a:endParaRPr lang="en-US"/>
        </a:p>
      </dgm:t>
    </dgm:pt>
    <dgm:pt modelId="{D76D86D8-87D4-40E7-860B-684D1F682FCB}">
      <dgm:prSet/>
      <dgm:spPr/>
      <dgm:t>
        <a:bodyPr/>
        <a:lstStyle/>
        <a:p>
          <a:r>
            <a:rPr lang="de-DE" dirty="0"/>
            <a:t>Norm </a:t>
          </a:r>
          <a:r>
            <a:rPr lang="de-DE" dirty="0" err="1"/>
            <a:t>stichpunkte</a:t>
          </a:r>
          <a:endParaRPr lang="en-US" dirty="0"/>
        </a:p>
      </dgm:t>
    </dgm:pt>
    <dgm:pt modelId="{8D57AD85-ED0D-48D2-990C-531DCA65F9C1}" type="parTrans" cxnId="{1D7B0EAF-D725-4DF0-A74B-1151F4745F12}">
      <dgm:prSet/>
      <dgm:spPr/>
      <dgm:t>
        <a:bodyPr/>
        <a:lstStyle/>
        <a:p>
          <a:endParaRPr lang="en-US"/>
        </a:p>
      </dgm:t>
    </dgm:pt>
    <dgm:pt modelId="{B9F53052-8E9C-4915-A2B6-C8932098960A}" type="sibTrans" cxnId="{1D7B0EAF-D725-4DF0-A74B-1151F4745F12}">
      <dgm:prSet/>
      <dgm:spPr/>
      <dgm:t>
        <a:bodyPr/>
        <a:lstStyle/>
        <a:p>
          <a:endParaRPr lang="en-US"/>
        </a:p>
      </dgm:t>
    </dgm:pt>
    <dgm:pt modelId="{F6E86CD4-32F3-4A6D-8738-BC9A9A71E747}" type="pres">
      <dgm:prSet presAssocID="{18F6E875-C9AC-4115-88AC-E95BC955D06B}" presName="vert0" presStyleCnt="0">
        <dgm:presLayoutVars>
          <dgm:dir/>
          <dgm:animOne val="branch"/>
          <dgm:animLvl val="lvl"/>
        </dgm:presLayoutVars>
      </dgm:prSet>
      <dgm:spPr/>
    </dgm:pt>
    <dgm:pt modelId="{7CD9FE8D-B4BD-4B58-B9C4-AF896BA8E84B}" type="pres">
      <dgm:prSet presAssocID="{31A02229-E3B3-4293-BE62-350FAA23FEAB}" presName="thickLine" presStyleLbl="alignNode1" presStyleIdx="0" presStyleCnt="2"/>
      <dgm:spPr/>
    </dgm:pt>
    <dgm:pt modelId="{04AFD5E1-D6EC-4A0A-8F86-B01B07782E8C}" type="pres">
      <dgm:prSet presAssocID="{31A02229-E3B3-4293-BE62-350FAA23FEAB}" presName="horz1" presStyleCnt="0"/>
      <dgm:spPr/>
    </dgm:pt>
    <dgm:pt modelId="{E4E50E82-D111-4C01-BEC3-109321630431}" type="pres">
      <dgm:prSet presAssocID="{31A02229-E3B3-4293-BE62-350FAA23FEAB}" presName="tx1" presStyleLbl="revTx" presStyleIdx="0" presStyleCnt="2"/>
      <dgm:spPr/>
    </dgm:pt>
    <dgm:pt modelId="{C043485F-5168-44D6-9A50-7A14F5D213D8}" type="pres">
      <dgm:prSet presAssocID="{31A02229-E3B3-4293-BE62-350FAA23FEAB}" presName="vert1" presStyleCnt="0"/>
      <dgm:spPr/>
    </dgm:pt>
    <dgm:pt modelId="{87205BD8-9EEE-40F5-9288-F965ACB91301}" type="pres">
      <dgm:prSet presAssocID="{D76D86D8-87D4-40E7-860B-684D1F682FCB}" presName="thickLine" presStyleLbl="alignNode1" presStyleIdx="1" presStyleCnt="2"/>
      <dgm:spPr/>
    </dgm:pt>
    <dgm:pt modelId="{7B6A131F-D928-41F1-B098-972659EA5BF1}" type="pres">
      <dgm:prSet presAssocID="{D76D86D8-87D4-40E7-860B-684D1F682FCB}" presName="horz1" presStyleCnt="0"/>
      <dgm:spPr/>
    </dgm:pt>
    <dgm:pt modelId="{157C5D82-296F-400A-A2C9-1E91799E49E2}" type="pres">
      <dgm:prSet presAssocID="{D76D86D8-87D4-40E7-860B-684D1F682FCB}" presName="tx1" presStyleLbl="revTx" presStyleIdx="1" presStyleCnt="2"/>
      <dgm:spPr/>
    </dgm:pt>
    <dgm:pt modelId="{3E285637-24F0-4C5A-8FB7-FFE125C73C00}" type="pres">
      <dgm:prSet presAssocID="{D76D86D8-87D4-40E7-860B-684D1F682FCB}" presName="vert1" presStyleCnt="0"/>
      <dgm:spPr/>
    </dgm:pt>
  </dgm:ptLst>
  <dgm:cxnLst>
    <dgm:cxn modelId="{8E52440A-1231-47F3-A0D3-BE3C44EE091B}" type="presOf" srcId="{18F6E875-C9AC-4115-88AC-E95BC955D06B}" destId="{F6E86CD4-32F3-4A6D-8738-BC9A9A71E747}" srcOrd="0" destOrd="0" presId="urn:microsoft.com/office/officeart/2008/layout/LinedList"/>
    <dgm:cxn modelId="{10D5D60A-1D74-4E85-88C6-384F74BA3E49}" type="presOf" srcId="{D76D86D8-87D4-40E7-860B-684D1F682FCB}" destId="{157C5D82-296F-400A-A2C9-1E91799E49E2}" srcOrd="0" destOrd="0" presId="urn:microsoft.com/office/officeart/2008/layout/LinedList"/>
    <dgm:cxn modelId="{2FAB246C-ECB3-43E4-A78D-D5D854A89E48}" type="presOf" srcId="{31A02229-E3B3-4293-BE62-350FAA23FEAB}" destId="{E4E50E82-D111-4C01-BEC3-109321630431}" srcOrd="0" destOrd="0" presId="urn:microsoft.com/office/officeart/2008/layout/LinedList"/>
    <dgm:cxn modelId="{F6037E51-BD42-40CF-9BF1-20D4CA7681BF}" srcId="{18F6E875-C9AC-4115-88AC-E95BC955D06B}" destId="{31A02229-E3B3-4293-BE62-350FAA23FEAB}" srcOrd="0" destOrd="0" parTransId="{04F8928B-6DE2-4226-8EC4-8DC8BD4D0B6E}" sibTransId="{6A874FEC-9B20-4BE7-AB1F-45E8482CC94E}"/>
    <dgm:cxn modelId="{1D7B0EAF-D725-4DF0-A74B-1151F4745F12}" srcId="{18F6E875-C9AC-4115-88AC-E95BC955D06B}" destId="{D76D86D8-87D4-40E7-860B-684D1F682FCB}" srcOrd="1" destOrd="0" parTransId="{8D57AD85-ED0D-48D2-990C-531DCA65F9C1}" sibTransId="{B9F53052-8E9C-4915-A2B6-C8932098960A}"/>
    <dgm:cxn modelId="{1C550D70-F1C6-418C-8E2E-3E8F51F42D4B}" type="presParOf" srcId="{F6E86CD4-32F3-4A6D-8738-BC9A9A71E747}" destId="{7CD9FE8D-B4BD-4B58-B9C4-AF896BA8E84B}" srcOrd="0" destOrd="0" presId="urn:microsoft.com/office/officeart/2008/layout/LinedList"/>
    <dgm:cxn modelId="{0B3B0CCD-2681-46FE-9CAA-AA848C109FD6}" type="presParOf" srcId="{F6E86CD4-32F3-4A6D-8738-BC9A9A71E747}" destId="{04AFD5E1-D6EC-4A0A-8F86-B01B07782E8C}" srcOrd="1" destOrd="0" presId="urn:microsoft.com/office/officeart/2008/layout/LinedList"/>
    <dgm:cxn modelId="{9A363DB0-2A1E-4F51-AE90-13F0CB374ED5}" type="presParOf" srcId="{04AFD5E1-D6EC-4A0A-8F86-B01B07782E8C}" destId="{E4E50E82-D111-4C01-BEC3-109321630431}" srcOrd="0" destOrd="0" presId="urn:microsoft.com/office/officeart/2008/layout/LinedList"/>
    <dgm:cxn modelId="{A14316C0-2FD7-47A6-B6F1-C66D8B15D60C}" type="presParOf" srcId="{04AFD5E1-D6EC-4A0A-8F86-B01B07782E8C}" destId="{C043485F-5168-44D6-9A50-7A14F5D213D8}" srcOrd="1" destOrd="0" presId="urn:microsoft.com/office/officeart/2008/layout/LinedList"/>
    <dgm:cxn modelId="{F5563B5A-7B07-49F4-AA01-6630ECD3C07C}" type="presParOf" srcId="{F6E86CD4-32F3-4A6D-8738-BC9A9A71E747}" destId="{87205BD8-9EEE-40F5-9288-F965ACB91301}" srcOrd="2" destOrd="0" presId="urn:microsoft.com/office/officeart/2008/layout/LinedList"/>
    <dgm:cxn modelId="{4E275358-1518-4681-B15F-F2E2E0B557F2}" type="presParOf" srcId="{F6E86CD4-32F3-4A6D-8738-BC9A9A71E747}" destId="{7B6A131F-D928-41F1-B098-972659EA5BF1}" srcOrd="3" destOrd="0" presId="urn:microsoft.com/office/officeart/2008/layout/LinedList"/>
    <dgm:cxn modelId="{FD51D8D9-1489-4F7C-B230-CDAA463B7333}" type="presParOf" srcId="{7B6A131F-D928-41F1-B098-972659EA5BF1}" destId="{157C5D82-296F-400A-A2C9-1E91799E49E2}" srcOrd="0" destOrd="0" presId="urn:microsoft.com/office/officeart/2008/layout/LinedList"/>
    <dgm:cxn modelId="{FCBB740D-C107-4014-9889-77EFAB34711A}" type="presParOf" srcId="{7B6A131F-D928-41F1-B098-972659EA5BF1}" destId="{3E285637-24F0-4C5A-8FB7-FFE125C73C0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ABD6B9-AE4E-453B-9F0D-879E51BBF444}">
      <dsp:nvSpPr>
        <dsp:cNvPr id="0" name=""/>
        <dsp:cNvSpPr/>
      </dsp:nvSpPr>
      <dsp:spPr>
        <a:xfrm>
          <a:off x="0" y="67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80C9E-D095-45C8-A856-9967DECDB267}">
      <dsp:nvSpPr>
        <dsp:cNvPr id="0" name=""/>
        <dsp:cNvSpPr/>
      </dsp:nvSpPr>
      <dsp:spPr>
        <a:xfrm>
          <a:off x="0" y="675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/>
            <a:t>Technische Grundlagen – BLDC</a:t>
          </a:r>
          <a:endParaRPr lang="en-US" sz="3500" kern="1200"/>
        </a:p>
      </dsp:txBody>
      <dsp:txXfrm>
        <a:off x="0" y="675"/>
        <a:ext cx="6291714" cy="1105876"/>
      </dsp:txXfrm>
    </dsp:sp>
    <dsp:sp modelId="{0CF8347D-F1AF-44EE-840E-EA6011EDD156}">
      <dsp:nvSpPr>
        <dsp:cNvPr id="0" name=""/>
        <dsp:cNvSpPr/>
      </dsp:nvSpPr>
      <dsp:spPr>
        <a:xfrm>
          <a:off x="0" y="1106552"/>
          <a:ext cx="6291714" cy="0"/>
        </a:xfrm>
        <a:prstGeom prst="line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D4A7DF-4298-45A8-B2AE-FB7D840BA731}">
      <dsp:nvSpPr>
        <dsp:cNvPr id="0" name=""/>
        <dsp:cNvSpPr/>
      </dsp:nvSpPr>
      <dsp:spPr>
        <a:xfrm>
          <a:off x="0" y="1106552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/>
            <a:t>Motorsteuerung 6-Shritt Trapez</a:t>
          </a:r>
          <a:endParaRPr lang="en-US" sz="3500" kern="1200"/>
        </a:p>
      </dsp:txBody>
      <dsp:txXfrm>
        <a:off x="0" y="1106552"/>
        <a:ext cx="6291714" cy="1105876"/>
      </dsp:txXfrm>
    </dsp:sp>
    <dsp:sp modelId="{F31F6BAE-1FC7-4A84-94C0-12B04F1BC03E}">
      <dsp:nvSpPr>
        <dsp:cNvPr id="0" name=""/>
        <dsp:cNvSpPr/>
      </dsp:nvSpPr>
      <dsp:spPr>
        <a:xfrm>
          <a:off x="0" y="2212429"/>
          <a:ext cx="6291714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1E37CE-0183-4024-AA8F-0B3BFD136D80}">
      <dsp:nvSpPr>
        <dsp:cNvPr id="0" name=""/>
        <dsp:cNvSpPr/>
      </dsp:nvSpPr>
      <dsp:spPr>
        <a:xfrm>
          <a:off x="0" y="2212429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/>
            <a:t>Schaltplan</a:t>
          </a:r>
          <a:endParaRPr lang="en-US" sz="3500" kern="1200"/>
        </a:p>
      </dsp:txBody>
      <dsp:txXfrm>
        <a:off x="0" y="2212429"/>
        <a:ext cx="6291714" cy="1105876"/>
      </dsp:txXfrm>
    </dsp:sp>
    <dsp:sp modelId="{EF4E1457-3B4F-4880-8DC2-D4A986F511BA}">
      <dsp:nvSpPr>
        <dsp:cNvPr id="0" name=""/>
        <dsp:cNvSpPr/>
      </dsp:nvSpPr>
      <dsp:spPr>
        <a:xfrm>
          <a:off x="0" y="3318305"/>
          <a:ext cx="6291714" cy="0"/>
        </a:xfrm>
        <a:prstGeom prst="line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DCF44D-2D30-4442-8038-E14BFF9CE0DF}">
      <dsp:nvSpPr>
        <dsp:cNvPr id="0" name=""/>
        <dsp:cNvSpPr/>
      </dsp:nvSpPr>
      <dsp:spPr>
        <a:xfrm>
          <a:off x="0" y="3318305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/>
            <a:t>Software</a:t>
          </a:r>
          <a:endParaRPr lang="en-US" sz="3500" kern="1200"/>
        </a:p>
      </dsp:txBody>
      <dsp:txXfrm>
        <a:off x="0" y="3318305"/>
        <a:ext cx="6291714" cy="1105876"/>
      </dsp:txXfrm>
    </dsp:sp>
    <dsp:sp modelId="{29DEE9FA-FB75-44F0-928F-06F294C7106A}">
      <dsp:nvSpPr>
        <dsp:cNvPr id="0" name=""/>
        <dsp:cNvSpPr/>
      </dsp:nvSpPr>
      <dsp:spPr>
        <a:xfrm>
          <a:off x="0" y="4424182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5D52C0-C77B-4EFA-974B-8A3B73340E30}">
      <dsp:nvSpPr>
        <dsp:cNvPr id="0" name=""/>
        <dsp:cNvSpPr/>
      </dsp:nvSpPr>
      <dsp:spPr>
        <a:xfrm>
          <a:off x="0" y="4424182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/>
            <a:t>Video Demonstration</a:t>
          </a:r>
          <a:endParaRPr lang="en-US" sz="3500" kern="1200"/>
        </a:p>
      </dsp:txBody>
      <dsp:txXfrm>
        <a:off x="0" y="4424182"/>
        <a:ext cx="6291714" cy="11058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D9FE8D-B4BD-4B58-B9C4-AF896BA8E84B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4E50E82-D111-4C01-BEC3-109321630431}">
      <dsp:nvSpPr>
        <dsp:cNvPr id="0" name=""/>
        <dsp:cNvSpPr/>
      </dsp:nvSpPr>
      <dsp:spPr>
        <a:xfrm>
          <a:off x="0" y="0"/>
          <a:ext cx="10515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6500" kern="1200" dirty="0"/>
            <a:t>Norm</a:t>
          </a:r>
          <a:endParaRPr lang="en-US" sz="6500" kern="1200" dirty="0"/>
        </a:p>
      </dsp:txBody>
      <dsp:txXfrm>
        <a:off x="0" y="0"/>
        <a:ext cx="10515600" cy="2175669"/>
      </dsp:txXfrm>
    </dsp:sp>
    <dsp:sp modelId="{87205BD8-9EEE-40F5-9288-F965ACB91301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57C5D82-296F-400A-A2C9-1E91799E49E2}">
      <dsp:nvSpPr>
        <dsp:cNvPr id="0" name=""/>
        <dsp:cNvSpPr/>
      </dsp:nvSpPr>
      <dsp:spPr>
        <a:xfrm>
          <a:off x="0" y="2175669"/>
          <a:ext cx="10515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6500" kern="1200" dirty="0"/>
            <a:t>Norm </a:t>
          </a:r>
          <a:r>
            <a:rPr lang="de-DE" sz="6500" kern="1200" dirty="0" err="1"/>
            <a:t>stichpunkte</a:t>
          </a:r>
          <a:endParaRPr lang="en-US" sz="6500" kern="1200" dirty="0"/>
        </a:p>
      </dsp:txBody>
      <dsp:txXfrm>
        <a:off x="0" y="2175669"/>
        <a:ext cx="10515600" cy="21756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5F978B-E3FC-4143-AB8F-FB5A7CEB5B4D}" type="datetimeFigureOut">
              <a:rPr lang="de-DE" smtClean="0"/>
              <a:t>26.02.2025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BC7EE-1B1D-492B-A04F-A2BF61C127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2864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6F14EF-EB5C-B421-1B3D-99AE7D628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E1F3154-9E3E-BC35-7ED7-41F3B238D4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08B7BC-98B4-6364-A42B-8B8E34B05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CA8E9-2D05-46DC-9897-72899DEB45F5}" type="datetime1">
              <a:rPr lang="de-DE" smtClean="0"/>
              <a:t>26.02.2025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F1F74BB-9385-3632-6C7A-93327C4C6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Leon Reeh IQ Technikum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7E2428-32D9-10AD-CE1F-3EB8BAD07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475B9-B47B-4ECB-9E7A-93C1F27D8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871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A0049C-AE00-8333-5123-9554677B7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33DE25-791F-18DA-6932-BC46DE3D6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43FE51-8342-15FA-A2A1-39031CFB7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0D86F-8754-4A8F-9F7B-AF3C93268E2B}" type="datetime1">
              <a:rPr lang="de-DE" smtClean="0"/>
              <a:t>26.02.2025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165E64-156E-FE0A-56D3-AC0039CAE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Leon Reeh IQ Technikum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65759E-7B73-BC14-0C84-ECF4D329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475B9-B47B-4ECB-9E7A-93C1F27D8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2679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D1BD12-B0A3-0D72-16BD-82B67F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BE19AE0-BCD8-02F0-D793-CA1200F6D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0D4B45-D013-A954-D65C-CBB9BAD73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CEAB-2BA6-43ED-ABA7-3435C4D7094F}" type="datetime1">
              <a:rPr lang="de-DE" smtClean="0"/>
              <a:t>26.02.2025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D297DB-230C-DDF8-EB77-C79D04FF7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Leon Reeh IQ Technikum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58EECC-D127-8B3C-E26D-ACCE1FB49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475B9-B47B-4ECB-9E7A-93C1F27D8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8132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C96921-5500-EBD3-A3CD-D6B0F2369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FA8C3E-047E-88DE-0892-F860C3FA61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8B8C26D-2006-09E6-25BB-1DAD9179C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341FF7-0E0A-23CE-5992-2739DD82F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2996-478B-49C0-8D77-B255BEC1B3D4}" type="datetime1">
              <a:rPr lang="de-DE" smtClean="0"/>
              <a:t>26.02.2025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9F0ED0-8BA6-BBFC-F227-BDE67CC5F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Leon Reeh IQ Technikum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0B23462-025B-5679-670B-B0547AD37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475B9-B47B-4ECB-9E7A-93C1F27D8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222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730171-1D59-16C7-57F3-0AC01CFE0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127058-98EE-65C4-3D51-C677E538E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0BE2AD6-D502-CF55-48D0-5067065F4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CEBE2AE-67F7-CD51-B0BA-96559A84BD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5C4199D-14F4-DB61-FD20-277AD0552F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C258E37-F824-0B1E-21E3-5EFDD95A5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03844-9F6D-4729-9F9C-92A75465CD84}" type="datetime1">
              <a:rPr lang="de-DE" smtClean="0"/>
              <a:t>26.02.2025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D7CCE76-6DFD-B176-B745-A029C84B5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Leon Reeh IQ Technikum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7DED51B-A236-6D30-8765-8FBC84B62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475B9-B47B-4ECB-9E7A-93C1F27D8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1093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9C6369-3E68-57E4-E7E1-181BEE5B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AF37E75-FEA3-4BA7-44EE-34338EC23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21C71-A994-4B08-884B-714DC246FB01}" type="datetime1">
              <a:rPr lang="de-DE" smtClean="0"/>
              <a:t>26.02.2025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3FFAD0C-D654-467F-EBC1-6EDF5101B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Leon Reeh IQ Technikum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50E48F7-22DB-2F80-1660-A914B747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475B9-B47B-4ECB-9E7A-93C1F27D8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639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C7F1FB8-3EBA-4AC6-6511-A3A05C882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1A0D-FDC6-44CC-826F-615E988CCB3B}" type="datetime1">
              <a:rPr lang="de-DE" smtClean="0"/>
              <a:t>26.02.2025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361355B-4D02-5A97-65F0-F006034F2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Leon Reeh IQ Technikum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9F6B16-FECF-B220-A2B5-5085FB02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475B9-B47B-4ECB-9E7A-93C1F27D8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6732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9292C6-DFDB-D683-29E1-AFBA94C21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21877-DF7B-B985-9B9E-605382199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138ADC5-4FBB-A511-9CB5-B4FE9CFE1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440008-4519-E52E-B343-69C3BD80A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861CD-762D-4D20-BDDC-2F90A8882DF4}" type="datetime1">
              <a:rPr lang="de-DE" smtClean="0"/>
              <a:t>26.02.2025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E722FB-2022-61A7-F56C-75EF747D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Leon Reeh IQ Technikum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191C0D7-C074-EC1E-D818-F8D977B5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475B9-B47B-4ECB-9E7A-93C1F27D8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005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5C5C72-B768-F882-5052-AC8691E85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716B85E-5054-3535-D6A1-9369111A9E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F00E01-09CA-ECE6-4068-02F86387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08E92B5-4445-6274-AE16-674D1E46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06B07-0AD6-49E1-A8BD-702E966F3E6E}" type="datetime1">
              <a:rPr lang="de-DE" smtClean="0"/>
              <a:t>26.02.2025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B95AD3-5B30-A832-16EF-40072F0A6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Leon Reeh IQ Technikum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16E653-0A06-7378-73EC-069D1E129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475B9-B47B-4ECB-9E7A-93C1F27D8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7516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3CCC52-51C6-ACD4-8275-AA7ADF441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0B70A36-C28C-5274-D6D5-FC6F420EF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731AD4-D104-62C0-D429-087255A09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2059-8AB0-4647-A4D7-5DFCA3BF05E0}" type="datetime1">
              <a:rPr lang="de-DE" smtClean="0"/>
              <a:t>26.02.2025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BEAD72-B3A7-B969-D48A-56383724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Leon Reeh IQ Technikum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1F5953-690A-7D57-87B0-DF47C2778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475B9-B47B-4ECB-9E7A-93C1F27D8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623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29CEEBC-482B-5F1E-0376-6B5BCE355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38880DE-BAC7-EA6F-6EEC-B5913DDE7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DF9065-3179-F055-03FC-FCC1E094E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C7817-6C46-4928-B8D4-EC6BCED6BA01}" type="datetime1">
              <a:rPr lang="de-DE" smtClean="0"/>
              <a:t>26.02.2025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721467-C889-F763-D7D6-DDEC46D7E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Leon Reeh IQ Technikum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7596D7-0C88-F1B3-2038-B37982EA1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475B9-B47B-4ECB-9E7A-93C1F27D8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4122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97C31ED-A472-98D6-4B25-9456D4E8C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BD898B-0345-3BE9-167C-3776C43C6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BD8968-046C-549E-8D46-C27C9FC4E7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AE9B71-D8A7-43B7-97DB-9BADF08FA38D}" type="datetime1">
              <a:rPr lang="de-DE" smtClean="0"/>
              <a:t>26.02.2025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2C5A51-5B4B-282D-F753-0E61067DA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Leon Reeh IQ Technikum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96F5C0-B870-792F-10F1-8212E6C39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8475B9-B47B-4ECB-9E7A-93C1F27D81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1148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nanotec.com/eu/en/knowledge-base/brushless-dc-motors-animatio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nanotec.com/eu/en/knowledge-base/brushless-dc-motors-animatio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nanotec.com/eu/en/knowledge-base/brushless-dc-motors-animatio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nhaltsplatzhalter 7" descr="Ein Bild, das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4FD589E4-F529-56BD-E0B5-C1EFEFAA7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D61CCD2-B626-3044-6477-4142F9BDD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Entwicklung einer E-bike Leistungs ECU</a:t>
            </a:r>
          </a:p>
        </p:txBody>
      </p:sp>
      <p:cxnSp>
        <p:nvCxnSpPr>
          <p:cNvPr id="10" name="Straight Connector 14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6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0861F58-8FA0-9E8E-34AE-BCA2A18A1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Leon Reeh IQ Technikum</a:t>
            </a:r>
          </a:p>
        </p:txBody>
      </p:sp>
    </p:spTree>
    <p:extLst>
      <p:ext uri="{BB962C8B-B14F-4D97-AF65-F5344CB8AC3E}">
        <p14:creationId xmlns:p14="http://schemas.microsoft.com/office/powerpoint/2010/main" val="1747115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4E51116-18F0-D962-9562-13E4AAAAA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Inhalt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68E159-50C7-9FBE-A541-68E00E4C4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40932" y="6356350"/>
            <a:ext cx="4512467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de-DE">
                <a:solidFill>
                  <a:srgbClr val="898989"/>
                </a:solidFill>
              </a:rPr>
              <a:t>Leon Reeh IQ Technikum</a:t>
            </a:r>
          </a:p>
        </p:txBody>
      </p:sp>
      <p:graphicFrame>
        <p:nvGraphicFramePr>
          <p:cNvPr id="9" name="Inhaltsplatzhalter 6">
            <a:extLst>
              <a:ext uri="{FF2B5EF4-FFF2-40B4-BE49-F238E27FC236}">
                <a16:creationId xmlns:a16="http://schemas.microsoft.com/office/drawing/2014/main" id="{5D31F7A1-D8E6-DA9D-5F4F-68DAB5F25A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0518385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4306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nhaltsplatzhalter 11" descr="Ein Bild, das Kleidung, Person, Mann, Menschliches Gesicht enthält.&#10;&#10;KI-generierte Inhalte können fehlerhaft sein.">
            <a:extLst>
              <a:ext uri="{FF2B5EF4-FFF2-40B4-BE49-F238E27FC236}">
                <a16:creationId xmlns:a16="http://schemas.microsoft.com/office/drawing/2014/main" id="{DFBDC0C4-09D0-263D-403C-2241BB4C55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7832" b="1555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" name="Titel 7">
            <a:extLst>
              <a:ext uri="{FF2B5EF4-FFF2-40B4-BE49-F238E27FC236}">
                <a16:creationId xmlns:a16="http://schemas.microsoft.com/office/drawing/2014/main" id="{92F3A051-1BB2-F798-591F-94DC2BE9F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1KW </a:t>
            </a:r>
            <a:r>
              <a:rPr lang="en-US" dirty="0" err="1"/>
              <a:t>ist</a:t>
            </a:r>
            <a:r>
              <a:rPr lang="en-US" dirty="0"/>
              <a:t> das </a:t>
            </a:r>
            <a:r>
              <a:rPr lang="en-US" dirty="0" err="1"/>
              <a:t>nicht</a:t>
            </a:r>
            <a:r>
              <a:rPr lang="en-US" dirty="0"/>
              <a:t> verboten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B46AD82-90E1-D33A-B503-52E5174C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Leon Reeh IQ Technikum</a:t>
            </a:r>
          </a:p>
        </p:txBody>
      </p:sp>
      <p:graphicFrame>
        <p:nvGraphicFramePr>
          <p:cNvPr id="14" name="Inhaltsplatzhalter 8">
            <a:extLst>
              <a:ext uri="{FF2B5EF4-FFF2-40B4-BE49-F238E27FC236}">
                <a16:creationId xmlns:a16="http://schemas.microsoft.com/office/drawing/2014/main" id="{FBD29FEC-1DD7-7AA3-682B-CE4D38CCD6B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5983467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9746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7CD9FE8D-B4BD-4B58-B9C4-AF896BA8E8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graphicEl>
                                              <a:dgm id="{7CD9FE8D-B4BD-4B58-B9C4-AF896BA8E8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E4E50E82-D111-4C01-BEC3-1093216304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graphicEl>
                                              <a:dgm id="{E4E50E82-D111-4C01-BEC3-10932163043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87205BD8-9EEE-40F5-9288-F965ACB913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graphicEl>
                                              <a:dgm id="{87205BD8-9EEE-40F5-9288-F965ACB913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157C5D82-296F-400A-A2C9-1E91799E49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>
                                            <p:graphicEl>
                                              <a:dgm id="{157C5D82-296F-400A-A2C9-1E91799E49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9399BBC-8D33-F675-EF1B-736CD648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de-DE" sz="2800" dirty="0"/>
              <a:t>Technische Grundlagen – BLDC</a:t>
            </a:r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AC9E124-3C8F-75CA-3953-828CA5FDB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>
                <a:hlinkClick r:id="rId2"/>
              </a:rPr>
              <a:t>Brushless DC motors animation | Nanotec</a:t>
            </a:r>
            <a:endParaRPr lang="de-DE" sz="1700" dirty="0"/>
          </a:p>
        </p:txBody>
      </p:sp>
      <p:pic>
        <p:nvPicPr>
          <p:cNvPr id="4" name="Grafik 3" descr="Ein Bild, das Text, Diagramm, Karte, Plan enthält.&#10;&#10;KI-generierte Inhalte können fehlerhaft sein.">
            <a:extLst>
              <a:ext uri="{FF2B5EF4-FFF2-40B4-BE49-F238E27FC236}">
                <a16:creationId xmlns:a16="http://schemas.microsoft.com/office/drawing/2014/main" id="{49863CC2-687A-0932-5F13-00A3C1993A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84" y="1004674"/>
            <a:ext cx="6922008" cy="4949235"/>
          </a:xfrm>
          <a:prstGeom prst="rect">
            <a:avLst/>
          </a:prstGeom>
        </p:spPr>
      </p:pic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B7C51B-7B66-A89C-AE68-32FF66AA3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01184" y="6356350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de-DE">
                <a:solidFill>
                  <a:schemeClr val="tx1">
                    <a:lumMod val="50000"/>
                    <a:lumOff val="50000"/>
                  </a:schemeClr>
                </a:solidFill>
              </a:rPr>
              <a:t>Leon Reeh IQ Technikum</a:t>
            </a:r>
          </a:p>
        </p:txBody>
      </p:sp>
    </p:spTree>
    <p:extLst>
      <p:ext uri="{BB962C8B-B14F-4D97-AF65-F5344CB8AC3E}">
        <p14:creationId xmlns:p14="http://schemas.microsoft.com/office/powerpoint/2010/main" val="3618540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B15D78-8E73-D037-B10E-CA4BA6DFE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Motorsteuerung 6-Shritt Trapez</a:t>
            </a:r>
          </a:p>
        </p:txBody>
      </p:sp>
      <p:pic>
        <p:nvPicPr>
          <p:cNvPr id="9" name="Inhaltsplatzhalter 8" descr="Ein Bild, das Screenshot, Reihe, Diagramm, Text enthält.&#10;&#10;KI-generierte Inhalte können fehlerhaft sein.">
            <a:extLst>
              <a:ext uri="{FF2B5EF4-FFF2-40B4-BE49-F238E27FC236}">
                <a16:creationId xmlns:a16="http://schemas.microsoft.com/office/drawing/2014/main" id="{F406AF83-CAEA-0A8A-1219-A7A0E51DCB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848" y="1825625"/>
            <a:ext cx="4294304" cy="4351338"/>
          </a:xfrm>
        </p:spPr>
      </p:pic>
      <p:pic>
        <p:nvPicPr>
          <p:cNvPr id="7" name="Inhaltsplatzhalter 6" descr="Ein Bild, das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43F08463-03A3-5EB8-A05B-796023AF68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89319"/>
            <a:ext cx="5181600" cy="3023949"/>
          </a:xfrm>
        </p:spPr>
      </p:pic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B67331-ED03-7066-DADA-72BC23D0B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Leon Reeh IQ Technikum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CA1BA30-22CB-E855-C7CD-A7C8DB9FC4B5}"/>
              </a:ext>
            </a:extLst>
          </p:cNvPr>
          <p:cNvSpPr txBox="1"/>
          <p:nvPr/>
        </p:nvSpPr>
        <p:spPr>
          <a:xfrm>
            <a:off x="7974130" y="2119987"/>
            <a:ext cx="1577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Phasen Strom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8D6CD79-2DAA-429C-BC76-5C471F8B8CDE}"/>
              </a:ext>
            </a:extLst>
          </p:cNvPr>
          <p:cNvSpPr txBox="1"/>
          <p:nvPr/>
        </p:nvSpPr>
        <p:spPr>
          <a:xfrm rot="16200000">
            <a:off x="548323" y="4791468"/>
            <a:ext cx="1074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Low Side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D99B625-5C65-F458-9F3C-2C0F2F886AB5}"/>
              </a:ext>
            </a:extLst>
          </p:cNvPr>
          <p:cNvSpPr txBox="1"/>
          <p:nvPr/>
        </p:nvSpPr>
        <p:spPr>
          <a:xfrm rot="16200000">
            <a:off x="548323" y="2840915"/>
            <a:ext cx="1074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Low Side</a:t>
            </a:r>
          </a:p>
        </p:txBody>
      </p:sp>
    </p:spTree>
    <p:extLst>
      <p:ext uri="{BB962C8B-B14F-4D97-AF65-F5344CB8AC3E}">
        <p14:creationId xmlns:p14="http://schemas.microsoft.com/office/powerpoint/2010/main" val="75772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BDAF9-F9DC-3693-8E04-2E91ABC61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0">
            <a:extLst>
              <a:ext uri="{FF2B5EF4-FFF2-40B4-BE49-F238E27FC236}">
                <a16:creationId xmlns:a16="http://schemas.microsoft.com/office/drawing/2014/main" id="{762474F8-2343-31D4-18C3-12366F5DD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12">
            <a:extLst>
              <a:ext uri="{FF2B5EF4-FFF2-40B4-BE49-F238E27FC236}">
                <a16:creationId xmlns:a16="http://schemas.microsoft.com/office/drawing/2014/main" id="{028AC71D-7435-7891-FAE7-87A5E7F76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" name="Freeform: Shape 14">
            <a:extLst>
              <a:ext uri="{FF2B5EF4-FFF2-40B4-BE49-F238E27FC236}">
                <a16:creationId xmlns:a16="http://schemas.microsoft.com/office/drawing/2014/main" id="{E489320A-833B-E416-FB09-521D9CE3D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2DB683C-FC3B-841C-62C3-766840291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de-DE" sz="2800" dirty="0"/>
              <a:t>Schaltplan</a:t>
            </a:r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E365C986-ECB7-DF10-11D2-0707402B3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18">
            <a:extLst>
              <a:ext uri="{FF2B5EF4-FFF2-40B4-BE49-F238E27FC236}">
                <a16:creationId xmlns:a16="http://schemas.microsoft.com/office/drawing/2014/main" id="{28A0A325-06C1-1B2B-537F-56BC0A775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ABEF7D5-CEDC-A50F-A66E-36CE80C74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>
                <a:hlinkClick r:id="rId2"/>
              </a:rPr>
              <a:t>Brushless DC motors animation | Nanotec</a:t>
            </a:r>
            <a:endParaRPr lang="de-DE" sz="1700" dirty="0"/>
          </a:p>
        </p:txBody>
      </p:sp>
      <p:pic>
        <p:nvPicPr>
          <p:cNvPr id="4" name="Grafik 3" descr="Ein Bild, das Text, Diagramm, Karte, Plan enthält.&#10;&#10;KI-generierte Inhalte können fehlerhaft sein.">
            <a:extLst>
              <a:ext uri="{FF2B5EF4-FFF2-40B4-BE49-F238E27FC236}">
                <a16:creationId xmlns:a16="http://schemas.microsoft.com/office/drawing/2014/main" id="{E889307B-A57A-B2C7-00C7-891A22873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84" y="1004674"/>
            <a:ext cx="6922008" cy="4949235"/>
          </a:xfrm>
          <a:prstGeom prst="rect">
            <a:avLst/>
          </a:prstGeom>
        </p:spPr>
      </p:pic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29CBEA-E428-FAB0-FF9A-B7523B2DA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01184" y="6356350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de-DE">
                <a:solidFill>
                  <a:schemeClr val="tx1">
                    <a:lumMod val="50000"/>
                    <a:lumOff val="50000"/>
                  </a:schemeClr>
                </a:solidFill>
              </a:rPr>
              <a:t>Leon Reeh IQ Technikum</a:t>
            </a:r>
          </a:p>
        </p:txBody>
      </p:sp>
    </p:spTree>
    <p:extLst>
      <p:ext uri="{BB962C8B-B14F-4D97-AF65-F5344CB8AC3E}">
        <p14:creationId xmlns:p14="http://schemas.microsoft.com/office/powerpoint/2010/main" val="1153701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97FE72-6F4E-7A39-4223-2C06385D4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0">
            <a:extLst>
              <a:ext uri="{FF2B5EF4-FFF2-40B4-BE49-F238E27FC236}">
                <a16:creationId xmlns:a16="http://schemas.microsoft.com/office/drawing/2014/main" id="{B6E253B0-7DB2-AA4D-C92D-F4985B02D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12">
            <a:extLst>
              <a:ext uri="{FF2B5EF4-FFF2-40B4-BE49-F238E27FC236}">
                <a16:creationId xmlns:a16="http://schemas.microsoft.com/office/drawing/2014/main" id="{B67DD52F-2BC9-715D-9454-321A709F6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" name="Freeform: Shape 14">
            <a:extLst>
              <a:ext uri="{FF2B5EF4-FFF2-40B4-BE49-F238E27FC236}">
                <a16:creationId xmlns:a16="http://schemas.microsoft.com/office/drawing/2014/main" id="{FCFC53B2-88C9-0076-FC8E-32E2B38D1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274033B-DD1E-53B1-95B8-83C7771A2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de-DE" sz="2800" dirty="0"/>
              <a:t>Software</a:t>
            </a:r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435E77BE-5514-1E88-EC56-C1E146D3E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18">
            <a:extLst>
              <a:ext uri="{FF2B5EF4-FFF2-40B4-BE49-F238E27FC236}">
                <a16:creationId xmlns:a16="http://schemas.microsoft.com/office/drawing/2014/main" id="{508008C5-63CC-3C08-2C89-D51B2A3F5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080526D-9A57-0151-E035-5DF199C67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>
                <a:hlinkClick r:id="rId2"/>
              </a:rPr>
              <a:t>Brushless DC motors animation | Nanotec</a:t>
            </a:r>
            <a:endParaRPr lang="de-DE" sz="1700" dirty="0"/>
          </a:p>
        </p:txBody>
      </p:sp>
      <p:pic>
        <p:nvPicPr>
          <p:cNvPr id="4" name="Grafik 3" descr="Ein Bild, das Text, Diagramm, Karte, Plan enthält.&#10;&#10;KI-generierte Inhalte können fehlerhaft sein.">
            <a:extLst>
              <a:ext uri="{FF2B5EF4-FFF2-40B4-BE49-F238E27FC236}">
                <a16:creationId xmlns:a16="http://schemas.microsoft.com/office/drawing/2014/main" id="{C4FCA176-B7A1-217B-1498-488C206774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84" y="1004674"/>
            <a:ext cx="6922008" cy="4949235"/>
          </a:xfrm>
          <a:prstGeom prst="rect">
            <a:avLst/>
          </a:prstGeom>
        </p:spPr>
      </p:pic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253E3E-6E39-2A08-CB1C-22C49DE91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01184" y="6356350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de-DE">
                <a:solidFill>
                  <a:schemeClr val="tx1">
                    <a:lumMod val="50000"/>
                    <a:lumOff val="50000"/>
                  </a:schemeClr>
                </a:solidFill>
              </a:rPr>
              <a:t>Leon Reeh IQ Technikum</a:t>
            </a:r>
          </a:p>
        </p:txBody>
      </p:sp>
    </p:spTree>
    <p:extLst>
      <p:ext uri="{BB962C8B-B14F-4D97-AF65-F5344CB8AC3E}">
        <p14:creationId xmlns:p14="http://schemas.microsoft.com/office/powerpoint/2010/main" val="3594622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69516D-036D-E2FC-4193-C50725F5D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Video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4A6D0D-610D-38F8-26AC-39176BC1BD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6943DAA-4076-8C06-3E3C-326BABF20F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4CFC91-0863-2967-F890-AE2686CC7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Leon Reeh IQ Technikum</a:t>
            </a:r>
          </a:p>
        </p:txBody>
      </p:sp>
    </p:spTree>
    <p:extLst>
      <p:ext uri="{BB962C8B-B14F-4D97-AF65-F5344CB8AC3E}">
        <p14:creationId xmlns:p14="http://schemas.microsoft.com/office/powerpoint/2010/main" val="3865893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FF272906-FF5D-B537-72CE-BB75D19EB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17B4ED3B-0A1C-08D0-5879-3D16A7E77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5D0797-1BA4-8735-0E3A-E3F92A170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Leon Reeh IQ Technikum</a:t>
            </a:r>
          </a:p>
        </p:txBody>
      </p:sp>
    </p:spTree>
    <p:extLst>
      <p:ext uri="{BB962C8B-B14F-4D97-AF65-F5344CB8AC3E}">
        <p14:creationId xmlns:p14="http://schemas.microsoft.com/office/powerpoint/2010/main" val="4278039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Microsoft Office PowerPoint</Application>
  <PresentationFormat>Breitbild</PresentationFormat>
  <Paragraphs>31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</vt:lpstr>
      <vt:lpstr>Entwicklung einer E-bike Leistungs ECU</vt:lpstr>
      <vt:lpstr>Inhalt</vt:lpstr>
      <vt:lpstr>1KW ist das nicht verboten</vt:lpstr>
      <vt:lpstr>Technische Grundlagen – BLDC</vt:lpstr>
      <vt:lpstr>Motorsteuerung 6-Shritt Trapez</vt:lpstr>
      <vt:lpstr>Schaltplan</vt:lpstr>
      <vt:lpstr>Software</vt:lpstr>
      <vt:lpstr>Video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Reeh, Leon</dc:creator>
  <cp:lastModifiedBy>Reeh, Leon</cp:lastModifiedBy>
  <cp:revision>1</cp:revision>
  <dcterms:created xsi:type="dcterms:W3CDTF">2025-02-26T07:06:47Z</dcterms:created>
  <dcterms:modified xsi:type="dcterms:W3CDTF">2025-02-26T12:36:35Z</dcterms:modified>
</cp:coreProperties>
</file>